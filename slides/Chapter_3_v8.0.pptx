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ink/ink1.xml" ContentType="application/inkml+xml"/>
  <Override PartName="/ppt/notesSlides/notesSlide71.xml" ContentType="application/vnd.openxmlformats-officedocument.presentationml.notesSlide+xml"/>
  <Override PartName="/ppt/ink/ink2.xml" ContentType="application/inkml+xml"/>
  <Override PartName="/ppt/notesSlides/notesSlide72.xml" ContentType="application/vnd.openxmlformats-officedocument.presentationml.notesSlide+xml"/>
  <Override PartName="/ppt/ink/ink3.xml" ContentType="application/inkml+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10"/>
  </p:notesMasterIdLst>
  <p:sldIdLst>
    <p:sldId id="960" r:id="rId2"/>
    <p:sldId id="956" r:id="rId3"/>
    <p:sldId id="964" r:id="rId4"/>
    <p:sldId id="1047" r:id="rId5"/>
    <p:sldId id="1048" r:id="rId6"/>
    <p:sldId id="1153" r:id="rId7"/>
    <p:sldId id="1154" r:id="rId8"/>
    <p:sldId id="1086" r:id="rId9"/>
    <p:sldId id="1049" r:id="rId10"/>
    <p:sldId id="1041" r:id="rId11"/>
    <p:sldId id="1155" r:id="rId12"/>
    <p:sldId id="1156" r:id="rId13"/>
    <p:sldId id="1157" r:id="rId14"/>
    <p:sldId id="1158" r:id="rId15"/>
    <p:sldId id="1159" r:id="rId16"/>
    <p:sldId id="1050" r:id="rId17"/>
    <p:sldId id="1051" r:id="rId18"/>
    <p:sldId id="1052" r:id="rId19"/>
    <p:sldId id="1053" r:id="rId20"/>
    <p:sldId id="1054" r:id="rId21"/>
    <p:sldId id="1055" r:id="rId22"/>
    <p:sldId id="1160" r:id="rId23"/>
    <p:sldId id="1042" r:id="rId24"/>
    <p:sldId id="1161" r:id="rId25"/>
    <p:sldId id="1162" r:id="rId26"/>
    <p:sldId id="1163" r:id="rId27"/>
    <p:sldId id="1164" r:id="rId28"/>
    <p:sldId id="1165" r:id="rId29"/>
    <p:sldId id="1166" r:id="rId30"/>
    <p:sldId id="1167" r:id="rId31"/>
    <p:sldId id="1058" r:id="rId32"/>
    <p:sldId id="1168" r:id="rId33"/>
    <p:sldId id="1169" r:id="rId34"/>
    <p:sldId id="1170" r:id="rId35"/>
    <p:sldId id="1171" r:id="rId36"/>
    <p:sldId id="1043" r:id="rId37"/>
    <p:sldId id="1061" r:id="rId38"/>
    <p:sldId id="1213" r:id="rId39"/>
    <p:sldId id="1214" r:id="rId40"/>
    <p:sldId id="1215" r:id="rId41"/>
    <p:sldId id="1062" r:id="rId42"/>
    <p:sldId id="1063" r:id="rId43"/>
    <p:sldId id="1065" r:id="rId44"/>
    <p:sldId id="1204" r:id="rId45"/>
    <p:sldId id="1103" r:id="rId46"/>
    <p:sldId id="1205" r:id="rId47"/>
    <p:sldId id="1078" r:id="rId48"/>
    <p:sldId id="1079" r:id="rId49"/>
    <p:sldId id="1080" r:id="rId50"/>
    <p:sldId id="1082" r:id="rId51"/>
    <p:sldId id="1206" r:id="rId52"/>
    <p:sldId id="1081" r:id="rId53"/>
    <p:sldId id="1207" r:id="rId54"/>
    <p:sldId id="1087" r:id="rId55"/>
    <p:sldId id="1208" r:id="rId56"/>
    <p:sldId id="1090" r:id="rId57"/>
    <p:sldId id="1097" r:id="rId58"/>
    <p:sldId id="1092" r:id="rId59"/>
    <p:sldId id="1209" r:id="rId60"/>
    <p:sldId id="1210" r:id="rId61"/>
    <p:sldId id="1211" r:id="rId62"/>
    <p:sldId id="1212" r:id="rId63"/>
    <p:sldId id="1044" r:id="rId64"/>
    <p:sldId id="1096" r:id="rId65"/>
    <p:sldId id="1203" r:id="rId66"/>
    <p:sldId id="1098" r:id="rId67"/>
    <p:sldId id="1099" r:id="rId68"/>
    <p:sldId id="1104" r:id="rId69"/>
    <p:sldId id="1108" r:id="rId70"/>
    <p:sldId id="1106" r:id="rId71"/>
    <p:sldId id="1107" r:id="rId72"/>
    <p:sldId id="1110" r:id="rId73"/>
    <p:sldId id="1111" r:id="rId74"/>
    <p:sldId id="1112" r:id="rId75"/>
    <p:sldId id="1198" r:id="rId76"/>
    <p:sldId id="1124" r:id="rId77"/>
    <p:sldId id="1125" r:id="rId78"/>
    <p:sldId id="1114" r:id="rId79"/>
    <p:sldId id="1115" r:id="rId80"/>
    <p:sldId id="1116" r:id="rId81"/>
    <p:sldId id="1200" r:id="rId82"/>
    <p:sldId id="1201" r:id="rId83"/>
    <p:sldId id="1117" r:id="rId84"/>
    <p:sldId id="1202" r:id="rId85"/>
    <p:sldId id="1119" r:id="rId86"/>
    <p:sldId id="1045" r:id="rId87"/>
    <p:sldId id="1123" r:id="rId88"/>
    <p:sldId id="1121" r:id="rId89"/>
    <p:sldId id="1128" r:id="rId90"/>
    <p:sldId id="1131" r:id="rId91"/>
    <p:sldId id="1129" r:id="rId92"/>
    <p:sldId id="1130" r:id="rId93"/>
    <p:sldId id="1197" r:id="rId94"/>
    <p:sldId id="1046" r:id="rId95"/>
    <p:sldId id="1193" r:id="rId96"/>
    <p:sldId id="1194" r:id="rId97"/>
    <p:sldId id="1132" r:id="rId98"/>
    <p:sldId id="1133" r:id="rId99"/>
    <p:sldId id="1134" r:id="rId100"/>
    <p:sldId id="1135" r:id="rId101"/>
    <p:sldId id="1038" r:id="rId102"/>
    <p:sldId id="1088" r:id="rId103"/>
    <p:sldId id="1089" r:id="rId104"/>
    <p:sldId id="1105" r:id="rId105"/>
    <p:sldId id="1118" r:id="rId106"/>
    <p:sldId id="1120" r:id="rId107"/>
    <p:sldId id="1190" r:id="rId108"/>
    <p:sldId id="1137" r:id="rId10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3E8897A-48C5-4F51-AE97-F78939E25F06}" v="1" dt="2024-01-04T11:43:10.59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3250" autoAdjust="0"/>
    <p:restoredTop sz="90757"/>
  </p:normalViewPr>
  <p:slideViewPr>
    <p:cSldViewPr snapToGrid="0" snapToObjects="1">
      <p:cViewPr varScale="1">
        <p:scale>
          <a:sx n="56" d="100"/>
          <a:sy n="56" d="100"/>
        </p:scale>
        <p:origin x="684" y="48"/>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viewProps" Target="view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theme" Target="theme/theme1.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ableStyles" Target="tableStyle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notesMaster" Target="notesMasters/notesMaster1.xml"/><Relationship Id="rId115" Type="http://schemas.microsoft.com/office/2016/11/relationships/changesInfo" Target="changesInfos/changesInfo1.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microsoft.com/office/2015/10/relationships/revisionInfo" Target="revisionInfo.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Ibrahim Abdelmoniem Ibrahim abdelmeguid" userId="64cc14b0-6ca2-4693-9067-089851e9e58f" providerId="ADAL" clId="{23E8897A-48C5-4F51-AE97-F78939E25F06}"/>
    <pc:docChg chg="modSld">
      <pc:chgData name="Ibrahim Abdelmoniem Ibrahim abdelmeguid" userId="64cc14b0-6ca2-4693-9067-089851e9e58f" providerId="ADAL" clId="{23E8897A-48C5-4F51-AE97-F78939E25F06}" dt="2024-01-04T11:43:10.590" v="0"/>
      <pc:docMkLst>
        <pc:docMk/>
      </pc:docMkLst>
      <pc:sldChg chg="addSp">
        <pc:chgData name="Ibrahim Abdelmoniem Ibrahim abdelmeguid" userId="64cc14b0-6ca2-4693-9067-089851e9e58f" providerId="ADAL" clId="{23E8897A-48C5-4F51-AE97-F78939E25F06}" dt="2024-01-04T11:43:10.590" v="0"/>
        <pc:sldMkLst>
          <pc:docMk/>
          <pc:sldMk cId="1765973727" sldId="1087"/>
        </pc:sldMkLst>
        <pc:inkChg chg="add">
          <ac:chgData name="Ibrahim Abdelmoniem Ibrahim abdelmeguid" userId="64cc14b0-6ca2-4693-9067-089851e9e58f" providerId="ADAL" clId="{23E8897A-48C5-4F51-AE97-F78939E25F06}" dt="2024-01-04T11:43:10.590" v="0"/>
          <ac:inkMkLst>
            <pc:docMk/>
            <pc:sldMk cId="1765973727" sldId="1087"/>
            <ac:inkMk id="4" creationId="{6BA094A3-57AB-9260-1B26-B7124CB31C91}"/>
          </ac:inkMkLst>
        </pc:inkChg>
      </pc:sldChg>
      <pc:sldChg chg="addSp">
        <pc:chgData name="Ibrahim Abdelmoniem Ibrahim abdelmeguid" userId="64cc14b0-6ca2-4693-9067-089851e9e58f" providerId="ADAL" clId="{23E8897A-48C5-4F51-AE97-F78939E25F06}" dt="2024-01-04T11:43:10.590" v="0"/>
        <pc:sldMkLst>
          <pc:docMk/>
          <pc:sldMk cId="4238811993" sldId="1106"/>
        </pc:sldMkLst>
        <pc:inkChg chg="add">
          <ac:chgData name="Ibrahim Abdelmoniem Ibrahim abdelmeguid" userId="64cc14b0-6ca2-4693-9067-089851e9e58f" providerId="ADAL" clId="{23E8897A-48C5-4F51-AE97-F78939E25F06}" dt="2024-01-04T11:43:10.590" v="0"/>
          <ac:inkMkLst>
            <pc:docMk/>
            <pc:sldMk cId="4238811993" sldId="1106"/>
            <ac:inkMk id="3" creationId="{72DA334D-0EE8-219E-758B-EB90A68D50FE}"/>
          </ac:inkMkLst>
        </pc:inkChg>
      </pc:sldChg>
      <pc:sldChg chg="addSp">
        <pc:chgData name="Ibrahim Abdelmoniem Ibrahim abdelmeguid" userId="64cc14b0-6ca2-4693-9067-089851e9e58f" providerId="ADAL" clId="{23E8897A-48C5-4F51-AE97-F78939E25F06}" dt="2024-01-04T11:43:10.590" v="0"/>
        <pc:sldMkLst>
          <pc:docMk/>
          <pc:sldMk cId="3143968552" sldId="1107"/>
        </pc:sldMkLst>
        <pc:inkChg chg="add">
          <ac:chgData name="Ibrahim Abdelmoniem Ibrahim abdelmeguid" userId="64cc14b0-6ca2-4693-9067-089851e9e58f" providerId="ADAL" clId="{23E8897A-48C5-4F51-AE97-F78939E25F06}" dt="2024-01-04T11:43:10.590" v="0"/>
          <ac:inkMkLst>
            <pc:docMk/>
            <pc:sldMk cId="3143968552" sldId="1107"/>
            <ac:inkMk id="3" creationId="{FAB809D9-EC15-C38A-F72F-EF1DE19B8F7D}"/>
          </ac:inkMkLst>
        </pc:inkChg>
      </pc:sldChg>
      <pc:sldChg chg="addSp">
        <pc:chgData name="Ibrahim Abdelmoniem Ibrahim abdelmeguid" userId="64cc14b0-6ca2-4693-9067-089851e9e58f" providerId="ADAL" clId="{23E8897A-48C5-4F51-AE97-F78939E25F06}" dt="2024-01-04T11:43:10.590" v="0"/>
        <pc:sldMkLst>
          <pc:docMk/>
          <pc:sldMk cId="1196614868" sldId="1110"/>
        </pc:sldMkLst>
        <pc:inkChg chg="add">
          <ac:chgData name="Ibrahim Abdelmoniem Ibrahim abdelmeguid" userId="64cc14b0-6ca2-4693-9067-089851e9e58f" providerId="ADAL" clId="{23E8897A-48C5-4F51-AE97-F78939E25F06}" dt="2024-01-04T11:43:10.590" v="0"/>
          <ac:inkMkLst>
            <pc:docMk/>
            <pc:sldMk cId="1196614868" sldId="1110"/>
            <ac:inkMk id="3" creationId="{C9FCD731-31DF-43F8-9C7B-B426588636A9}"/>
          </ac:inkMkLst>
        </pc:inkChg>
      </pc:sldChg>
      <pc:sldChg chg="addSp">
        <pc:chgData name="Ibrahim Abdelmoniem Ibrahim abdelmeguid" userId="64cc14b0-6ca2-4693-9067-089851e9e58f" providerId="ADAL" clId="{23E8897A-48C5-4F51-AE97-F78939E25F06}" dt="2024-01-04T11:43:10.590" v="0"/>
        <pc:sldMkLst>
          <pc:docMk/>
          <pc:sldMk cId="1022194691" sldId="1208"/>
        </pc:sldMkLst>
        <pc:inkChg chg="add">
          <ac:chgData name="Ibrahim Abdelmoniem Ibrahim abdelmeguid" userId="64cc14b0-6ca2-4693-9067-089851e9e58f" providerId="ADAL" clId="{23E8897A-48C5-4F51-AE97-F78939E25F06}" dt="2024-01-04T11:43:10.590" v="0"/>
          <ac:inkMkLst>
            <pc:docMk/>
            <pc:sldMk cId="1022194691" sldId="1208"/>
            <ac:inkMk id="3" creationId="{38648761-0DB5-0739-2EDA-D14AC3F5A37D}"/>
          </ac:inkMkLst>
        </pc:inkChg>
      </pc:sldChg>
    </pc:docChg>
  </pc:docChgLst>
</pc:chgInfo>
</file>

<file path=ppt/ink/ink1.xml><?xml version="1.0" encoding="utf-8"?>
<inkml:ink xmlns:inkml="http://www.w3.org/2003/InkML">
  <inkml:definitions>
    <inkml:context xml:id="ctx0">
      <inkml:inkSource xml:id="inkSrc0">
        <inkml:traceFormat>
          <inkml:channel name="X" type="integer" max="1920" units="cm"/>
          <inkml:channel name="Y" type="integer" max="1080" units="cm"/>
          <inkml:channel name="T" type="integer" max="2.14748E9" units="dev"/>
        </inkml:traceFormat>
        <inkml:channelProperties>
          <inkml:channelProperty channel="X" name="resolution" value="62.13592" units="1/cm"/>
          <inkml:channelProperty channel="Y" name="resolution" value="62.42775" units="1/cm"/>
          <inkml:channelProperty channel="T" name="resolution" value="1" units="1/dev"/>
        </inkml:channelProperties>
      </inkml:inkSource>
      <inkml:timestamp xml:id="ts0" timeString="2024-01-04T11:34:58.502"/>
    </inkml:context>
    <inkml:brush xml:id="br0">
      <inkml:brushProperty name="width" value="0.05292" units="cm"/>
      <inkml:brushProperty name="height" value="0.05292" units="cm"/>
      <inkml:brushProperty name="color" value="#FF0000"/>
    </inkml:brush>
  </inkml:definitions>
  <inkml:trace contextRef="#ctx0" brushRef="#br0">21414 11395 0,'-18'0'172,"-53"17"-157,-17-17 1,-18 0 15,53 0-31,-158 18 32,158 0-17,-35-18 1,52 17-1,19-17 1,-18 0 0,-1 0-1,-34 0 1,17 0 0,-53 0-1,71 0-15,-1 0 16,1 0-16,-53 0 15,35 0 1,18 0 0,-36 0-1,-35 0 1,0-17 0,18 17-1,35 0-15,0-18 0,18 18 16,-53 0-16,53-18 15,-124 1 1,88 17 0,36 0-16,-18 0 15,36-18-15,-36 18 16,0 0 0,17-35-1,-34 35 1,-1-18-1,1 18 1,34 0-16,-87 0 16,35 0-1,-53 0 17,-124 0-17,53-17 1,18 17-1,124 0-15,-124-36 16,70 36 0,54 0-16,-36-17 15,18 17 1,17 0 0,18 0-1,18 0 1,-106-36-1,88 36 1,-70 0-16,-19-17 16,107 17-1,18 0-15,-89-18 32,70 18-17,19 0-15,-1 0 16,-17 0-1,17 0 1,-17 0 0,17 0-1,1 0 1,-1 0 0,-17 0-1,17 0 1,-35 0-1,36 0-15,-1 0 16,-17 0 15,17 0-15,-17 0 0,-1 0-1,19 0 1,-1 0 15,1 0-15,-1 0-1,0 0 17,36 0 249,0-53-250,-18 18-15,0 17 31,0 1-16,0-1 0</inkml:trace>
  <inkml:trace contextRef="#ctx0" brushRef="#br0" timeOffset="2076.09">22207 3228 0,'-17'0'15,"-107"-18"1,36-17 0,-71 0-1,53 35 1,18 0 0,53 0-1,17 0-15,-35 0 0,-17 35 16,52-35-1,-17 18-15,-106 105 16,53-35 0,17 18-1,36-53-15,0 0 32,-18 18-17,17-19-15,19 19 16,-1-36-16,18 36 0,-18 123 31,18-141-15,0-36-16,18 19 15,17 34 1,124 36 0,-35-71-1,-89-35 1,0 36-16,0-19 15,36-17-15,0 0 16,-1 0 0,54-35-1,17-53 17,335-388-1,-229 211-16,-106 53 1,-18 106-16,-17-70 16,-18 53-1,-70 70-15,0 35 16,17-88 0,-35 53-1,-18 18 1,1 35-1,-1-18-15,-17-35 0,-53 1 16,52 34-16,-69-17 16,34 35-1,36 0 17,-54 0-17,37 0 1,52 17-1</inkml:trace>
  <inkml:trace contextRef="#ctx0" brushRef="#br0" timeOffset="5601.62">28751 3528 0,'0'-18'0,"0"0"16,0-17-1,-35-18 1,-18-35 0,18 35-1,-18 18 1,-18 0 0,54 35-1,-18 0 1,-1-18-1,1 18 1,17 0 0,1 0-1,-1 0 17,0 18-1,1-18-16,17 17 1,-18 71 0,1 71-1,17 18 1,0-124 0,0-1-1,0-34 1,0 0-1,0-1 17,0 1-17,17 0 48,1-18-48,-18 17 17,17 19-17,1-19-15,17 36 16,36 0 0,-18 0-1,0-18 1,0-35-1,0 0 1,-36 0 0,1 0 31,-1-17-16,-17-19-16</inkml:trace>
  <inkml:trace contextRef="#ctx0" brushRef="#br0" timeOffset="7669.36">22860 7938 0,'0'-18'31,"88"-35"63,71 0-78,176 18-1,-35-1 1,-88 36 0,-54 0-1,-52 0-15,35-17 16,18 17 0,-53 0-16,35 0 15,18 0 1,-36 0-1,-88 0-15,36 0 16,-18 0 0,-18 0-1,-17 0-15,17 0 0,36 17 32,17-17-17,35 0 1,160 0-1,-107 0 1,18-35 0,-123 35-1,-1 0 1,-52 0 0,-1 0-1,1 0 32,0-17-16,17-19 1,88 1-1,-52 17-16,-36 1 1,-17 17-16,0 0 16,-1 0-1,18-18 17,1 18-17,-1 0 1,0 0-1,18 0 17,0 0-17,0 0 17,-35 0-17,-1 0 1,19 0 46,-54 0-30</inkml:trace>
  <inkml:trace contextRef="#ctx0" brushRef="#br0" timeOffset="17449.46">21061 11359 0,'0'-17'47,"0"-18"-31,0 17 15,-18 18 0,18-18 16,-17 18-31,-19-17-1,1-1 1,-18 0 0,35 18-1,1 0-15,-18 0 16,17 0 0,0 0-1,1 0 1,-1 0 15,0 0-15,1 0-1,17 18 17,-18-18-17,18 18 1,-18-18-1,1 0 17,17 17-17,-18-17-15,18 18 32,0 17-1,0-17-16,18 17 1,-18 0 0,0 1-1,17 17 17,19-1-1,17 1-16,-36 0 1,-17-35 0,18 0-16,0-1 15,17 1 1,-18 0 0,36-1-1,-17-17 1,17-17-1,-36-1 1,1 0 15,35 18-15,-53-17-16,17-1 16,1 18-1,0 0 1,17-71-1,-17 54 1,17-19 0,-18 36-16,-17-17 0,0-1 31,0-52-15,0 52-16,0 0 15,0-17 1,0 17-1,0-34 1,-35 34 0,35 0 15,-17 1-15,-1-1 15,0 18 0,18-18-15,-17 18-1,-1 0 48</inkml:trace>
  <inkml:trace contextRef="#ctx0" brushRef="#br0" timeOffset="20680.93">20796 12929 0,'-17'0'0,"-19"0"47,19 0-31,-1 0-1,0 0 1,1 0 15,123-35 79,-89 35-95,36 0 1,53 0-1,-53 0 1,35 0 0,-53 18-16,54-18 15,-1 0 1,35 0 0,-52 0-1,-18 0 1,0-18-1,-36 18 1,1 0 0,0 0 31,17 0-16,-18 0 16,-52 0 15,-35 0-31,-54 35-15,-70-35 0,141 0-1,-53 0 17,71 0-32,-53 18 31,70-18-16,1 0-15,-1 0 16,0 0 15,1 0-15,-1 0 15,177-18 94,-89 1-109,283 17 15,-282 0-15,17 0-1,-70 0 1,-1 0 15,1 0 0,-106 0 63,-1 0-78,54 0-16,-71-18 15,36 0 1,-1 1 0,54 17-16,-54 0 15,36 0 1,17 0 0,-17 0-1,17 0 16,18-18 1,0 0 15</inkml:trace>
  <inkml:trace contextRef="#ctx0" brushRef="#br0" timeOffset="23519.82">24624 5838 0,'0'-17'0,"-35"193"62,35-52-30,0-107-17,0 1-15,0 53 47,17 34-31,-17-16-1,0-19 17,0-35-32,-17-17 0,17 35 15,0-18-15,0 1 16,0-19-16,0 18 15,0 36 1,0-53 0,0-1-1,0 1 1,0 0 0,0-1 15</inkml:trace>
  <inkml:trace contextRef="#ctx0" brushRef="#br0" timeOffset="25951.2">26670 12030 0,'0'-18'16,"-35"-35"15,-106-35-15,-71-35 15,159 105-31,-53-17 31,53 35-15,-70 0-1,52 0 1,-35 0 0,71 0-16,-53 17 15,17-17 1,18 0-1,-35 0-15,35 0 0,-88 18 16,35-18 15,-123 70-15,88-52 0,35 0 15,89-18-31,-1 0 15,0 17 1,1-17 0,-1 18-1,-53 35 1,-17 35 0,0-35-16,0 53 15,-18-53 1,71-18-16,-1-17 15,19 35-15,-54 17 16,54-35 0,-1-35-1,18 36-15,-35 34 32,-1 18-17,1 89 1,-18-36-1,36-70 1,17-36-16,0 53 16,0-70-1,0-1 1,0 54 0,0-18-1,0-18 1,35-17-16,0 35 15,0 17 17,1-35-32,87 54 0,-17-19 15,35 1 17,18-36-17,-71-17 1,-35-18-16,-18 0 15,212-36 1,-35-34 0,-71 52-16,-70 0 15,211-87 1,-141 16 0,35-16-1,-88 52-15,89-53 16,-1 0-1,1 18 1,-19-18 15,-105 88-31,-35 1 16,17-1 0,18-17 15,-18 35-16,-17-18 1,0-35 0,-1 53-1,-17-17-15,18-1 16,17-17 0,1-71-1,34 35 1,-70 36-1,18 0-15,-18-18 0,0 18 16,0-18 0,0 35-1,0-17 1,0 17 0,-18 0-1,18 1 1,-35-18-1,17 35 1,-17-36 0,-18-17-16,-35-35 15,17 35 1,-52-35 0,35 35-1,70 18 1</inkml:trace>
  <inkml:trace contextRef="#ctx0" brushRef="#br0" timeOffset="32070.57">25753 14834 0,'0'-17'93,"0"-1"-77,0 18-16,-371-18 109,142 1-93,123 17-16,36 0 16,-177-18-1,123 18 1,1-18 0,88 18-1,17 0 1,0 0-16,1 0 15,-1 0 1,-17 0 0,17 0-16,-53 0 31,-17 0-15,35 0-1,18 0-15,-35-17 16,34 17-1,19-18 1,-19 18 0,1-17-1,-88-19 1,-1-17 0,36 36-1,-53-19 1,70 36-1,18 0 1,36 0 0,-1 0 15,0 0-15,1 0-16,17-17 15,-18 17 1,1-18 15,-1-17-15,0-36-1,-17 36 1,35 17 0,-18 1-16,18-1 15,-17-35 1,17 18 31,0 17-32,0-17 17,158-88-17,54-1 1,158-52-1,-228 140 1,-1-34 0,-88 52-16,35-17 15,53 0 1,53-1 0,-123 1-16,140 0 15,-34 35 1,-19 0-1,54 17 1,-53 36 0,-53-35 15,17 0-31,-52-18 0,193 53 16,-211-18-1,-18-35 1,1 35-16,34 0 15,-35-35 1,-17 0-16,0 18 16,-1 35-1,1-35 1,-18 35 0,35-36-1,-35 18 1,0-17-1,-17 88-15,17 17 16,-36 19 0,19 52-1,-1-124 17,0 36-17,1-71-15,-1-17 0,18 35 16,-17 0-1,-36-36 1,35 19 0,0-1-1,-17 0 1,17-17-16,1-18 16,-18 17-1,17 1 1,-17-18-1,17 18 17,18-1-17,-18-17 1,-17 0 15,17 0-15</inkml:trace>
</inkml:ink>
</file>

<file path=ppt/ink/ink2.xml><?xml version="1.0" encoding="utf-8"?>
<inkml:ink xmlns:inkml="http://www.w3.org/2003/InkML">
  <inkml:definitions>
    <inkml:context xml:id="ctx0">
      <inkml:inkSource xml:id="inkSrc0">
        <inkml:traceFormat>
          <inkml:channel name="X" type="integer" max="1920" units="cm"/>
          <inkml:channel name="Y" type="integer" max="1080" units="cm"/>
          <inkml:channel name="T" type="integer" max="2.14748E9" units="dev"/>
        </inkml:traceFormat>
        <inkml:channelProperties>
          <inkml:channelProperty channel="X" name="resolution" value="62.13592" units="1/cm"/>
          <inkml:channelProperty channel="Y" name="resolution" value="62.42775" units="1/cm"/>
          <inkml:channelProperty channel="T" name="resolution" value="1" units="1/dev"/>
        </inkml:channelProperties>
      </inkml:inkSource>
      <inkml:timestamp xml:id="ts0" timeString="2024-01-04T11:36:30.285"/>
    </inkml:context>
    <inkml:brush xml:id="br0">
      <inkml:brushProperty name="width" value="0.05292" units="cm"/>
      <inkml:brushProperty name="height" value="0.05292" units="cm"/>
      <inkml:brushProperty name="color" value="#FF0000"/>
    </inkml:brush>
  </inkml:definitions>
  <inkml:trace contextRef="#ctx0" brushRef="#br0">9349 9807 0,'0'-17'31,"0"-1"32,0 0-32,0 1 0,0-19 1,123 36-1,1-17-15,-54 17-1,-17 0 1,0 0-16,17 0 15,-17 35 1,18-35 0,35 0-1,-18 0 1,-17 0 15,17 0-15,-71 0-1,54 0 1,-36 0 0,-17 0 31,0 0-32,-1 0 1,1 0 31</inkml:trace>
  <inkml:trace contextRef="#ctx0" brushRef="#br0" timeOffset="1556.42">6720 9966 0,'0'-18'78,"106"1"-31,71 17-31,-124 0-16,52 0 15,36 35 1,-52-17 0,-36 17 15,70 18 0,-88-36-15,1-17-1,-19 18 1,19-18 0,-19 18-1,1-1 1,-1-17 15,1 0 0</inkml:trace>
  <inkml:trace contextRef="#ctx0" brushRef="#br0" timeOffset="3202.82">7514 9666 0,'0'18'109,"18"-18"-93,-1 35 15,19 18-16,17 17 1,-18-34 0,-17 17-1,17-18 1,-35-17 0,17-1 15,-17 19-31,18-19 31,0 1-15,-18-1-16,17 1 31,-17 0-15,18-18-16,-18 17 62,-35 1-31,-89-18-15,18 0 0,-52 0 15,122 0-16,19 0 1,-1 0-16,0 0 16,1 0-1,-18 0 17</inkml:trace>
  <inkml:trace contextRef="#ctx0" brushRef="#br0" timeOffset="10914.34">7338 8749 0,'0'-18'63,"0"1"-16,0-1-16,17 18-15,1 0-16,17 0 15,1 0 1,-1-18 0,53 18-1,-35 0 1,0 0-1,-35 0-15,34 0 16,1 0 15,-35 0-15,0 0 0,-1 0 15,1 0 16</inkml:trace>
  <inkml:trace contextRef="#ctx0" brushRef="#br0" timeOffset="12370.7">8467 8784 0,'141'0'172,"88"0"-141,-176 0-31,176 0 16,-105 0-1,-54 0 1,19 0-1,-54 0-15,0 0 16,53 0 0,0 0-1,-52-17 17,52 17-32,-53 0 31,71 0-16,-53 0 1,-18 0-16,36 0 16,-18 0-1,17 0 1,36 0 0,-71 0-1,18 0 1,-35 0-1,0 0-15,-1 0 0,19-18 32,-19 18-17,-17-18 17,18 18-1,17 0 0</inkml:trace>
  <inkml:trace contextRef="#ctx0" brushRef="#br0" timeOffset="18008.45">8326 11254 0,'0'-18'15,"0"0"64,17 18-48,1 0 0,70-53-15,-17 53-1,17 0 1,18 0 0,-18-17-1,18 17 1,-36 0-16,-17 0 15,-18 0-15,18-18 16,0 18-16,0 0 16,-18-18-16,-17 18 0,70 0 31,-35-17-15,-18 17-1,-17 0-15,53 0 47,-54 0-31,1 0-1,17 0 1,-17 0 0,-1 0-1,-17 0-15</inkml:trace>
  <inkml:trace contextRef="#ctx0" brushRef="#br0" timeOffset="25749.41">6720 3492 0,'0'-17'16,"0"-1"15,0 1 16,-70-36-32,-1-18 1,-105-35 0,-53-35 15,-54 53-16,125 0-15,-72 17 16,36 1 0,106 52-16,-106 0 15,35 18 1,1 0 0,-1 36-1,88-1 1,1-17-1,34-1-15,19 1 16,-18 35 0,-1 17-1,-17 1 1,0 193 15,53-158-15,106 194 15,-53-212-15,35 36-1,36-1 1,17-52 0,-18-53-16,1 17 15,52 0 1,18-17-1,53 17 1,-53-35 0,-70 0-1,-89 0-15,0-18 16,18 18-16,-18 0 16,36-17 15,17-36 0,18-88-15,88-177 15,-106 54-15,-70 87-1,-18 54 1,-35 70-16,17-18 15,0 54 1,18-1 0,-17 18-16,17-18 15,-36 18-15,19 0 32</inkml:trace>
  <inkml:trace contextRef="#ctx0" brushRef="#br0" timeOffset="34463.4">6950 13652 0,'0'-17'47,"17"-1"94,19 18-110,-19-17-15,1 17-1,35-18 1,-36 18-16,1 0 15,35-18 1,18-17 0,34 17-1,-34 18 1,17-17 0,-70 17-16,-1 0 15,19-18 1,-19 18-16,36 0 15,-35 0 1,35 0 0,-18 0-1,18 0 1,-18 0 0,-17 0-1,0 0 1,-1 0 15,19 0-15,-19 0 15,1 0 16,-1 0-16</inkml:trace>
  <inkml:trace contextRef="#ctx0" brushRef="#br0" timeOffset="37826.37">8502 13688 0,'0'-18'32,"18"18"61,52 0-77,-17 0 0,71 0-1,17 0 1,-18 0-1,36 18 1,88-18 0,-106 17-1,18-17 1,-106 0 0,88 36-16,-35-36 31,-1 17-31,-16-17 0,210 18 31,-140 17-15,-18-35-1,-88 0-15,53 18 16,-35-18 0,-19 0-16,-16 18 15,140-18 1,-52 35-1,87-35 1,-52 17 0,-53-17-1,53 18 1,-89-18 0,-17 0 15,176-18-16,-193 1 17,105-18-32,-71-18 31,1 35-15,-18 0-16,0-17 15,53-71 1,-18-17-16,18-142 15,-53 1 1,-53 140-16,0 54 16,0-107-1,0 107 1,-18 52 15,0 0-31,-35-17 16,-88-36-1,-53 54 1,-123-71 0,87 35-1,-34-18 1,-742-193 15,636 158-15,-212 53-1,229 35 1,89-17 0,34 35-1,89 0 1,53 0 0,0 0-16,35 0 15,0 0 1,-88 18-1,70-1 1,18 1-16,-17 0 16,17 70-1,0-71-15,35-17 16,-17 36-16,17-19 0,1 1 16,-19 35-1,1-36 1,35 1-1,-35 0 1,17 17 0,1 124-1,17 35 1,53 176 15,-1-105-15,107 246 15,-106-334-15,53 34-1,-71-140 1,0-18 0,-35-36-1,18-17 1,17 0 15,-35 18-15,18-18-1</inkml:trace>
  <inkml:trace contextRef="#ctx0" brushRef="#br0" timeOffset="42316.2">12171 14340 0,'-53'-17'125,"-18"17"-109,-17 0 0,-88 53 15,35-18-31,-159 18 15,0 17 1,-123 19 0,229-54-1,-53-17 1,-89-1 0,160 18-16,-106-35 15,-18 53 1,-35-35-1,-212 53 1,230-71 0,70 35-1,158-35 1,-122 0-16,34 17 16,19 1-1,-19 0 1,177-18-1,-53 0 157,-105 17-156,105 1-16,-36 0 16,-34 35-1,35-36 16,53-17-15,-1 0 0,-87 18 15,105 17 0,0-35-15,1 18-16,-1-18 15,-17 17 17,17 1-1,18 0 16,-35-1-32,17-17 17,1 0-17,-1 0 1,-17 0 0,17 18-1,-17-18 1,17 18-1,1 17 17,-1-17-1,-35-18-15,35 17 30,18 1-30</inkml:trace>
  <inkml:trace contextRef="#ctx0" brushRef="#br0" timeOffset="44176.58">6579 14746 0,'0'-35'0,"0"-18"16,0-18-1,0 54 17,0-1-1,-17 18-15,-1 0 30,18 18-30,0 35 0,0 52-1,18-69 1,35 52 0,-36-70-1,1 17 1,-18-18-1,18 19 1,-18-19 0,17-17-1,1 0 17,-1 18-1,1 0 0,-18-1-15,18 1 31,17 0-16,-17-18-16</inkml:trace>
  <inkml:trace contextRef="#ctx0" brushRef="#br0" timeOffset="46096.54">6967 14429 0,'18'0'188,"35"0"-173,17 0 1,72-36-1,-37 36 1,-52 0 0,36 0-1,-72 0 1,1 0 0,-18 18 15,17 35-16,-17-18 1,0 0 0,0 1-1,0 17 1,-17-53 0,17 17-1,0 1 1,-18-18-16,18 18 15,-35-1 17,17-17-17,18 18 1,36-18 78,-36-18-79,88-17 1,-53 17 0,53 1-1,-17 17 1,-54 0-1,19 0 1,-19 17 0,-17 1 15,0 0-31,0-1 16,0 54 46,-35-36-46,17-17-1,1-1 1,-1-17 0,0 36-1,-17-1 1,-18-18-1,18-17 1,35 18 0,-18-18-1,1 0 17</inkml:trace>
  <inkml:trace contextRef="#ctx0" brushRef="#br0" timeOffset="48966.31">8749 14429 0,'-18'0'94,"-35"17"-79,0 1 1,0 0 15,1 17-15,-125 18 15,124-36-15,36 19-1,-1-36 1,-17 17-1,17 1 64,53-18 46,-17 0-110,0 0 1,-1 18-1,1-1 17,0 1-1,-18-1 0,17 1 16,1 17-16,17-35 1,-35 18-1,18-18-16,-18 18 1,17-18 0,-17 17-1,18 1 32,0-18 0,-1 0-16,1 0-15,52-35 0,-70 17-1,18 0-15,0 1 16,17-19-1,0 19 1,18-18 0,-17 17-1,-19 18 17,1 0-1,-1 0 0,1 35 16,-18-17-31,35 52-1,-35-52 1,0 17-1,0 1 1,0-19 0,0 36-1,0-35-15,0 35 16,-17-18 0,17-35-1,-36 0 313,1 18-312,-35-18 0,17 0-1,17 0 1,-17 17-1,36-17 1,-36 18 0,18-18-1,17 0 1,0 18 0,-17-18-16,0 17 31,17-17-16,-17 0 17,17 0-1,1 0 0,17 18 0</inkml:trace>
</inkml:ink>
</file>

<file path=ppt/ink/ink3.xml><?xml version="1.0" encoding="utf-8"?>
<inkml:ink xmlns:inkml="http://www.w3.org/2003/InkML">
  <inkml:definitions>
    <inkml:context xml:id="ctx0">
      <inkml:inkSource xml:id="inkSrc0">
        <inkml:traceFormat>
          <inkml:channel name="X" type="integer" max="1920" units="cm"/>
          <inkml:channel name="Y" type="integer" max="1080" units="cm"/>
          <inkml:channel name="T" type="integer" max="2.14748E9" units="dev"/>
        </inkml:traceFormat>
        <inkml:channelProperties>
          <inkml:channelProperty channel="X" name="resolution" value="62.13592" units="1/cm"/>
          <inkml:channelProperty channel="Y" name="resolution" value="62.42775" units="1/cm"/>
          <inkml:channelProperty channel="T" name="resolution" value="1" units="1/dev"/>
        </inkml:channelProperties>
      </inkml:inkSource>
      <inkml:timestamp xml:id="ts0" timeString="2024-01-04T11:38:04.426"/>
    </inkml:context>
    <inkml:brush xml:id="br0">
      <inkml:brushProperty name="width" value="0.05292" units="cm"/>
      <inkml:brushProperty name="height" value="0.05292" units="cm"/>
      <inkml:brushProperty name="color" value="#FF0000"/>
    </inkml:brush>
  </inkml:definitions>
  <inkml:trace contextRef="#ctx0" brushRef="#br0">23019 7602 0,'53'0'172,"35"53"-156,53 18-1,53 17 1,-53-70 0,-17 35-1,-19-18 1,-52-17-1,-35-18 1,53 35 0,-36-35 15,0 17-31,-17-17 16,70 18-1,-35-18 1,35 0-1,-70 0-15,17 0 16,36 18 0,-19-18-1,-34 0 17,0 0-1</inkml:trace>
  <inkml:trace contextRef="#ctx0" brushRef="#br0" timeOffset="2569.75">27464 7973 0,'-18'-18'16,"0"1"15,1-19 0,-1 36 1,18-17-17,-17 17-15,-1-18 31,0 0-15,1 1-16,-1 17 16,0-18-16,1 0 15,-54 18 1,54 0-16,-1 0 16,-17 0-1,17-35 1,-53 17-1,36 18 1,0 0 0,17 0-16,-35 0 15,36 0 1,-1 0 0,0 0 15,1 0-31,-1 0 0,0 0 31,1 0-15,-1 0-1,1 0 1,-1 0 0,0 18-1,-17 0 16,35-1-15,-18 1-16,1 0 31,17-1-15,-36 1-16,19 0 16,-1 17-1,18-17 1,-17-1 15,17 1-31,0-1 16,0 1 15,0 0-15,0-1-1,0 36 1,0-35-1,17-18 1,-17 18-16,18-18 16,-18 17-16,35 1 15,-17 35 1,17-36 0,-17 1-1,-1-18 1,1 18-16,-18-1 0,35 1 15,-17 0-15,17 17 16,0-18 15,-17 1-31,35 17 32,-18-17-17,1 0 1,-1-1 15,18 1-15,-36-18-1,1 0 1,0 0 0,-1 0 15,1 0-31,17 0 15,0-18 1,1 1 0,-19-1 15,19-17-31,122-159 31,-105 123-15,-35 36-1,35 0-15,-36-1 0,19-52 16,-1 71 0,-35-19-1,18 19 1,-18-1 15,0 0-15,-18 1 15,0 17 0,-17-36-15,17 19 0,-34-1-1,16 0 1,36 1-16,-17 17 15,-1 0 1,0-18 0,1 18 15,-19 0 0,19 0 32</inkml:trace>
  <inkml:trace contextRef="#ctx0" brushRef="#br0" timeOffset="4004.98">30392 3898 0,'0'-17'0,"-35"17"125,-36 17-109,-17 1 0,-71-18-1,-17 17 1,70-17-1,35 0 1,-17 0 0,53 0-1,17 0 1,1 0 0,-1 0-1,0 0 1,1 0 31,-1 0-16</inkml:trace>
  <inkml:trace contextRef="#ctx0" brushRef="#br0" timeOffset="7184.82">22701 9948 0,'0'-17'16,"0"-1"15,-35-17 0,-53-18-15,-53-18-1,0-35 1,17 71 0,89 18-16,-36-19 15,-17 19 1,18-19-1,-36 36 1,35 0 0,36 0-1,0 18-15,-1-18 16,1 18 0,0-18 15,35 17-16,-53 19 17,35 16-17,1 1 1,-36 18 0,53 52-1,-18-34 1,18 105-1,35-53 1,18 53 0,71 35-1,-89-158 1,0-1-16,0-35 16,1 36-16,17 35 31,-36-89-31,1 1 0,0 0 15,-1-1 1,36 19 0,-18-1 15,-17-17-31,0-18 16,-1 0-16,1 0 0,17 0 15,1 0 1,52 0-1,-18-36 1,-17 19 0,-53-1-16,35 18 15,-17-18 1,17 18 0,-17-17-1</inkml:trace>
  <inkml:trace contextRef="#ctx0" brushRef="#br0" timeOffset="9504.92">28187 7038 0,'0'-71'15,"-18"1"1,1 35-16,17-36 31,0 53-15,0 1-1,17 140 79,36 89-78,35-106 15,-17 105-15,-36-122-1,1-37 1,-36-34-16,35 0 16,-18 17-1,-17-17 1,18-1-1,-18 1-15,18 0 32,-18-1-1,17-17 0,-17 18-15,0-1 31,0 19-16</inkml:trace>
  <inkml:trace contextRef="#ctx0" brushRef="#br0" timeOffset="10869.37">28769 7179 0,'0'35'62,"0"-17"-30,-35 88-17,35-18 1,0 0 0,0-17-16,0-1 15,0 18 1,0-52-1,0-1-15,0 71 16,0-71 0,0-17 15,0-1-15,0 1-1,0 17-15,0-17 31,0 0 1,-18-18 30,0 0-31,-52 0-15,-18 0 0,-71-106 15,-53 0 0,142 18-15,34 70-1,1 0 1,18 1 0,-1 17-1,18-18 1,-18 18 0</inkml:trace>
  <inkml:trace contextRef="#ctx0" brushRef="#br0" timeOffset="13919.83">20267 7902 0,'141'0'156,"159"0"-141,-194 0 1,300 18 15,-212-18-15,53 18 0,-124-18-1,-17 17 1,-53-17-16,-18 0 15,0 0-15,1 18 16,52-18 0,-35 35-1,-36-35 1,1 18 0,17-18-1,-17 17 16</inkml:trace>
  <inkml:trace contextRef="#ctx0" brushRef="#br0" timeOffset="15284.96">21096 8714 0,'18'0'47,"70"0"-31,106 17-1,-35 36 1,35-18 0,35 18-1,-70-17 1,52-1 0,-122 0-1,-1 0 1,35 18-1,-34-17 1,-37-19 0,-16-17 15,-19 18 0,1-18-15,0 0 15</inkml:trace>
  <inkml:trace contextRef="#ctx0" brushRef="#br0" timeOffset="16488">20955 9278 0,'0'-18'31,"0"1"16,18 17-16,70 0-31,18 35 0,141 53 32,-36 36-17,19-54 1,-160-34 0,1-1-1,-1 18 1,-34-36-1,34 1 1,1 0 0,-36-1-16,53 1 15,-17 0 1,34 34 0,-69-52-1,-1 18 1,-17-18-1,-1 18 17,19-18-1</inkml:trace>
  <inkml:trace contextRef="#ctx0" brushRef="#br0" timeOffset="21265.59">22366 11077 0,'-18'0'0,"18"-17"0,-17 17 31,17-18 0,-35 0-15,-1 18 62,-17 0-47,36 0-31,-71 0 16,52 0 0,19 0-1,-54 18 1,36-18 15,0 18-15,17-18 15,-35 17-15,35-17-1,1 18 1,-19-1-1,1-17 1,17 18 0,-17-18-1,18 18 1,-19-1 15,19 1 0,17 0 16,-18-18-31,0 35 15,1-35-15,17 53-1,-36-35 1,36 17 0,0 0-1,18 71 1,0-18 0,-1 0-1,1-35 1,17 53-1,-35-53 1,18 0 0,0 17 15,-18-17-15,17 0-1,1 35 1,17 18-1,-17 0 1,-1 71 0,1-142-1,-18 0-15,0 53 16,18 0 0,-1-17-1,1 0 16,-18-1-31,35-17 0,-35 18 0,18 105 16,17 18 0,18 53 15,-18-106-15,-17 0-1,0-70 1,17-18-1,-35 0 1,35-53 0,-35 35 15,18-35 0,-18 18-15,17-18 15,-17 17-15,18-17 31,0 0-16,-1 0 16,1-17-16,53-19 0,17-52-15,35 53-1,-52-1 17,17 19-32,-17-18 15,52-71 1,-105 88-16,-1 18 16,19-18-1,-19-17 1,36-18-1,-53 18 1,18 0 0,17-159-1,0 17 1,-35 19 0,18-19-1,-18 124 1,0 0-1,0 36-15,-35-72 16,17 1 0,0 35-1,-52-105 1,35 69 0,-1-16-1,-17-1 1,-17 18-16,17-18 15,-18-53 1,36 106-16,-71-88 16,71 17-1,0 54 1,17 35 0,18 17-1,-35 18 1,17-18 15,18 1 16,-18-19-16,18 19 0,0-1 1,0 1-1,-17-36-15,17 0-1,0 17 1,0 19 46</inkml:trace>
  <inkml:trace contextRef="#ctx0" brushRef="#br0" timeOffset="49184.65">20161 6826 0,'0'-17'16,"0"34"140,0 1-141,0 35-15,18 70 32,-18-70-32,18-18 15,17 89 1,-35-71 0,17 35-1,-17-70 1,0 17 15,18-35-15,-18 18-16,18-1 31,-18 1-15,17-18-1,-17 18 1,18-18-1,-18 17 1,53-17 0,17 18-16,-17-18 31,36 0-15,-1 0-1,-35 0 1,-18 0-1,-17 0-15,35 0 16,-1 0 0,19 0-1,35 0 1,-71 0 0,0 0-16,18 17 15,35-17 1,-35 0-1,18 0 1,-18 18 0,-18-18 15,-17 0-31,70 18 31,-70-18-15,35 17-1,-18-17 1,0 0 0,0 0-16,18 18 15,53-18 1,35 18 0,-35-18-1,0 35 16,35-35-15,0 35 15,-88-35-15,-35 0-16,17 0 31,-17 0-15,-1 18-1,36-18 1,-35 0-16,-1 17 16,36 1-1,18-18 1,17 18 0,-53-18-1,54 17 1,-72-17-16,54 18 31,17-18-15,88 71 15,-123-54-15,18 1-1,-36-18-15,0 18 16,1-1-1,52 1 1,-53-18 0,0 35-1,36-17 1,-18-1 0,-18-17-1,-17 18-15,35-18 16,0 35-1,-18-17 17,18 0-32,17-1 15,1 36 1,35-18 0,35 1-1,-53-19 1,36 19-1,-72-1-15,72 0 16,-54-17 0,19-1-1,-54-17-15,0 0 16,-17 0 0,0 0 15,-1 0 0,54 18-15,17-18 15,229-35 0,-211-18-15,18 53-1,-89 0 1,18 0 0,-35 0-1,-1 0 17,-17-18 14,0 1 17,0-1-47,18 18 15,-1-18 16,89-88 15,-88 71-46,70-124-1,-70 124 1,-18 18 15,17 17-31,-17-18 16,0 0 109,-17 18 0,-1-17-94,0 17 16,1-18 0,-1 18-31,1 0-1,-19-35 1,19 35-1,-19-18 17,19 18 30,-1 0-31,0 0-15,1 0 0,-18 0-1,-1-18 1,19 18 0,-1 0-1,0 0 1,1-17-1,-36-1 1,0 18 15,0-18-15,-53 18 15,89 0-31,-19-17 16,19 17-1,-54-18 1,18 18 0,-53-35-1,71 35 1,0-18 0,-1 18-1,19 0 1,-1 0-1,1 0 32,-1-17-31,-35 17 0,0 0-1,-35-18 1,0 18-1,35 0 1,17 0-16,19 0 16,-54 0-1,36 0-15,17 0 16,-17 0 0,17 0-16,-87-18 15,16 18 1,-69 0-1,34 0 1,54 0 0,17 0 15,35 0-15,0 0-1,1 0 1,-1 0-1,1 0 1,-72 0-16,-52-17 16,-53-19-1,0-34 1,0 35 0,106-1-1,53 36 1,17-17-16,0 17 15,1 0 1,17-18 0,-18 18 15,18-18 0,-35 18 0,17 0 1</inkml:trace>
  <inkml:trace contextRef="#ctx0" brushRef="#br0" timeOffset="55448.33">23054 15117 0,'18'-18'62,"35"-17"-15,0 17-31,17 18-16,54-35 15,-1 17 1,71-35-1,176 18 1,-105-18 0,-71 35-1,-141 18-15,0-17 0,-18 17 16,53-18 0,-52 18-1,-19 0 16,1 0-15,17 0 0,-17 0 46,-1 18-31</inkml:trace>
  <inkml:trace contextRef="#ctx0" brushRef="#br0" timeOffset="60434.66">30092 16281 0,'-35'-18'46,"35"-17"-14,0-1-17,-18-34 1,0 17-16,1 18 16,17 17-16,-36-52 15,19 34 1,-1 1-16,-52 0 15,17-1 1,0-16 0,-35 16-1,70 19-15,-35-1 16,18 0 0,0 18-16,-18 0 15,17 0 1,19 0-1,-1 0 1,-17 0 0,17 0 15,0 0 0,-34 89-15,34-37-16,-17 19 15,-1 0 1,36-36-16,-17-18 16,-1 36-16,0 53 15,1-35 1,17-1 0,0-17-1,0-35 1,0 0-1,88 52 1,0-35 0,-17 1-1,17-19 1,-35 1 0,-35-18-1,17 18 1,-18-18-1,1 0 1,0 0 0,-1 0-1,-17-18 17,18-35-17,0 53 1,-18-18-1,0 1 1</inkml:trace>
  <inkml:trace contextRef="#ctx0" brushRef="#br0" timeOffset="68687.52">29580 16281 0,'-17'0'188,"-18"0"-173,-54 35 1,-246-17 15,53-1-15,-159 54-1,212-36 1,-54 0 0,178 36-1,-89-36 1,105-17-16,-16-1 16,-354 89-1,230-35 1,-124 17-1,124 18 1,17-71 0,-53 36 15,142-54-15,35 19-16,35-19 15,-71 19 1,36-1-1,-53 0 1,53-17-16,-71-1 16,-88 54-1,53-53 1,-88 34 0,35-52-1,-35 0 1,193 0-16,-140-35 15,35 0 1,141 0 0,-106 17-16,18-35 31,-264-88 0,316 123-15,-16 1-1,69-1-15,36 18 0,-35 0 188,-18 0-172,36 0-1,-1 0 1,-17 0-1,17 0-15,0 0 16,-35 0 0,-17-18-1,35 18 1,-1 0 0,19 0-1,-1 0-15,0 0 16,-52 18-1,52-18-15,1 0 16,17 18-16,-36-18 16,19 0-16,-54 17 31,18-17-31,-176 53 31,123-17-15,-35 16-1,88-34 1,35-18 0,-35 18-1,1-1 1,34 1 0,0-18-16,-17 18 15,0-18 1,17 0-1,-17 17 17,-1-17-32,1 36 31,18-19 0,-1-17-15,-17 0-1,17 0 1,0 0 15,1 0 1,-1 0 108,0 18-124,-17-18-1,-18 17 1,36-17 15,-1 18-15,0-18 0,1 0 15,-1 18-16,0-18 17</inkml:trace>
  <inkml:trace contextRef="#ctx0" brushRef="#br0" timeOffset="69736.45">20320 16722 0,'-18'0'47,"18"53"0,0 105-31,0-105-1,18 0 1,-18-35-16,0-1 15,0 1 1,18 0 15,-18-1-15</inkml:trace>
  <inkml:trace contextRef="#ctx0" brushRef="#br0" timeOffset="71004.32">20549 16828 0,'18'0'63,"-18"-18"-48,35 18 1,-17 0 0,0 0-1,-18 70 63,0 1-62,0-36-16,0 1 16,-18-19-1,18 36 1,0-18-1,0-17 17,0 0 15,229-89-1,159-88-30,-247 142 0,-88 17-1,124 0 1,-142 17 0,35 89-1,-52-18 1</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7/6/2024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1824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37175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357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0014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u="none" strike="noStrike" kern="1200" baseline="0" dirty="0" err="1">
                <a:solidFill>
                  <a:schemeClr val="tx1"/>
                </a:solidFill>
                <a:latin typeface="+mn-lt"/>
                <a:ea typeface="+mn-ea"/>
                <a:cs typeface="+mn-cs"/>
              </a:rPr>
              <a:t>Demultiplexing</a:t>
            </a:r>
            <a:r>
              <a:rPr lang="en-US" sz="1200" b="1" i="0" u="none" strike="noStrike" kern="1200" baseline="0" dirty="0">
                <a:solidFill>
                  <a:schemeClr val="tx1"/>
                </a:solidFill>
                <a:latin typeface="+mn-lt"/>
                <a:ea typeface="+mn-ea"/>
                <a:cs typeface="+mn-cs"/>
              </a:rPr>
              <a:t>: </a:t>
            </a:r>
            <a:r>
              <a:rPr lang="en-US" sz="1200" b="0" i="0" u="none" strike="noStrike" kern="1200" baseline="0" dirty="0">
                <a:solidFill>
                  <a:schemeClr val="tx1"/>
                </a:solidFill>
                <a:latin typeface="+mn-lt"/>
                <a:ea typeface="+mn-ea"/>
                <a:cs typeface="+mn-cs"/>
              </a:rPr>
              <a:t>job of delivering the data in a transport-layer segment to the correct socket</a:t>
            </a:r>
          </a:p>
          <a:p>
            <a:r>
              <a:rPr lang="en-US" sz="1200" b="1" i="0" u="none" strike="noStrike" kern="1200" baseline="0" dirty="0">
                <a:solidFill>
                  <a:schemeClr val="tx1"/>
                </a:solidFill>
                <a:latin typeface="+mn-lt"/>
                <a:ea typeface="+mn-ea"/>
                <a:cs typeface="+mn-cs"/>
              </a:rPr>
              <a:t>Multiplexing: </a:t>
            </a:r>
            <a:r>
              <a:rPr lang="en-US" sz="1200" b="0" i="0" u="none" strike="noStrike" kern="1200" baseline="0" dirty="0">
                <a:solidFill>
                  <a:schemeClr val="tx1"/>
                </a:solidFill>
                <a:latin typeface="+mn-lt"/>
                <a:ea typeface="+mn-ea"/>
                <a:cs typeface="+mn-cs"/>
              </a:rPr>
              <a:t>job of gathering data chunks at the source host from different sockets, encapsulating each data chunk with header information to create segments, and passing the segments to the </a:t>
            </a:r>
            <a:r>
              <a:rPr lang="en-US" sz="1200" b="0" i="0" u="none" strike="noStrike" kern="1200" baseline="0">
                <a:solidFill>
                  <a:schemeClr val="tx1"/>
                </a:solidFill>
                <a:latin typeface="+mn-lt"/>
                <a:ea typeface="+mn-ea"/>
                <a:cs typeface="+mn-cs"/>
              </a:rPr>
              <a:t>network layer.</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228208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214349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a:p>
        </p:txBody>
      </p:sp>
    </p:spTree>
    <p:extLst>
      <p:ext uri="{BB962C8B-B14F-4D97-AF65-F5344CB8AC3E}">
        <p14:creationId xmlns:p14="http://schemas.microsoft.com/office/powerpoint/2010/main" val="339089855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a:t>
            </a:r>
            <a:r>
              <a:rPr lang="en-US"/>
              <a:t>it’s only 2.5 pages!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36</a:t>
            </a:fld>
            <a:endParaRPr lang="en-US"/>
          </a:p>
        </p:txBody>
      </p:sp>
    </p:spTree>
    <p:extLst>
      <p:ext uri="{BB962C8B-B14F-4D97-AF65-F5344CB8AC3E}">
        <p14:creationId xmlns:p14="http://schemas.microsoft.com/office/powerpoint/2010/main" val="150821767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a:t>
            </a:r>
            <a:r>
              <a:rPr lang="en-US" dirty="0" err="1"/>
              <a:t>TWO-way</a:t>
            </a:r>
            <a:r>
              <a:rPr lang="en-US" dirty="0"/>
              <a:t>: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a:t>
            </a:r>
            <a:r>
              <a:rPr lang="en-US" dirty="0" err="1"/>
              <a:t>rdt</a:t>
            </a:r>
            <a:r>
              <a:rPr lang="en-US" dirty="0"/>
              <a: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1KB pkt every 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33kB/sec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thruput</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t>
            </a:r>
            <a:r>
              <a:rPr lang="en-US" dirty="0" err="1"/>
              <a:t>ackowledgedm</a:t>
            </a:r>
            <a:r>
              <a:rPr lang="en-US" dirty="0"/>
              <a:t> 6 sequence numbers are available for us. In </a:t>
            </a:r>
            <a:r>
              <a:rPr lang="en-US" dirty="0" err="1"/>
              <a:t>woindow</a:t>
            </a:r>
            <a:r>
              <a:rPr lang="en-US" dirty="0"/>
              <a:t>, but no calls from above to use them.</a:t>
            </a:r>
          </a:p>
          <a:p>
            <a:endParaRPr lang="en-US" dirty="0"/>
          </a:p>
          <a:p>
            <a:r>
              <a:rPr lang="en-US" dirty="0"/>
              <a:t>Note – we’ll skip the Go-Back-N FSM specification you can </a:t>
            </a:r>
            <a:r>
              <a:rPr lang="en-US" dirty="0" err="1"/>
              <a:t>chack</a:t>
            </a:r>
            <a:r>
              <a:rPr lang="en-US" dirty="0"/>
              <a:t> that out in </a:t>
            </a:r>
            <a:r>
              <a:rPr lang="en-US" dirty="0" err="1"/>
              <a:t>powerpoitn</a:t>
            </a:r>
            <a:r>
              <a:rPr lang="en-US" dirty="0"/>
              <a:t> slides or book)</a:t>
            </a:r>
          </a:p>
          <a:p>
            <a:endParaRPr lang="en-US" dirty="0"/>
          </a:p>
          <a:p>
            <a:r>
              <a:rPr lang="en-US" dirty="0"/>
              <a:t>TCP uses cumulative ACK</a:t>
            </a:r>
          </a:p>
          <a:p>
            <a:endParaRPr lang="en-US" dirty="0"/>
          </a:p>
          <a:p>
            <a:r>
              <a:rPr lang="en-US" sz="1200" b="1" i="0" u="none" strike="noStrike" kern="1200" baseline="0" dirty="0">
                <a:solidFill>
                  <a:schemeClr val="tx1"/>
                </a:solidFill>
                <a:latin typeface="+mn-lt"/>
                <a:ea typeface="+mn-ea"/>
                <a:cs typeface="+mn-cs"/>
              </a:rPr>
              <a:t>base</a:t>
            </a:r>
            <a:r>
              <a:rPr lang="en-US" sz="1200" b="0" i="0" u="none" strike="noStrike" kern="1200" baseline="0" dirty="0">
                <a:solidFill>
                  <a:schemeClr val="tx1"/>
                </a:solidFill>
                <a:latin typeface="+mn-lt"/>
                <a:ea typeface="+mn-ea"/>
                <a:cs typeface="+mn-cs"/>
              </a:rPr>
              <a:t> to be the sequence number of the oldest unacknowledged</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u="none" strike="noStrike" kern="1200" baseline="0" dirty="0" err="1">
                <a:solidFill>
                  <a:schemeClr val="tx1"/>
                </a:solidFill>
                <a:latin typeface="+mn-lt"/>
                <a:ea typeface="+mn-ea"/>
                <a:cs typeface="+mn-cs"/>
              </a:rPr>
              <a:t>nextseqnum</a:t>
            </a:r>
            <a:r>
              <a:rPr lang="en-US" sz="1200" b="0" i="0" u="none" strike="noStrike" kern="1200" baseline="0">
                <a:solidFill>
                  <a:schemeClr val="tx1"/>
                </a:solidFill>
                <a:latin typeface="+mn-lt"/>
                <a:ea typeface="+mn-ea"/>
                <a:cs typeface="+mn-cs"/>
              </a:rPr>
              <a:t> to be the smallest unused sequence number (that is, the sequence number of the next packet to be sent),</a:t>
            </a:r>
            <a:endParaRPr lang="en-US"/>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a:t>
            </a:r>
            <a:r>
              <a:rPr lang="en-US" dirty="0" err="1"/>
              <a:t>indiviually</a:t>
            </a:r>
            <a:r>
              <a:rPr lang="en-US" dirty="0"/>
              <a:t>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a:t>
            </a:r>
            <a:r>
              <a:rPr lang="en-US" dirty="0" err="1"/>
              <a:t>delived</a:t>
            </a:r>
            <a:r>
              <a:rPr lang="en-US" dirty="0"/>
              <a:t>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a:p>
        </p:txBody>
      </p:sp>
    </p:spTree>
    <p:extLst>
      <p:ext uri="{BB962C8B-B14F-4D97-AF65-F5344CB8AC3E}">
        <p14:creationId xmlns:p14="http://schemas.microsoft.com/office/powerpoint/2010/main" val="38826013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a:t>
            </a:r>
            <a:r>
              <a:rPr lang="en-US" dirty="0" err="1"/>
              <a:t>toB</a:t>
            </a:r>
            <a:r>
              <a:rPr lang="en-US" dirty="0"/>
              <a:t>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a:t>
            </a:r>
            <a:r>
              <a:rPr lang="en-US" dirty="0" err="1"/>
              <a:t>transmited</a:t>
            </a:r>
            <a:r>
              <a:rPr lang="en-US" dirty="0"/>
              <a:t> and the ACK is lost, and the TCP timeout mechanism results in another copy of being transmitted and then re-</a:t>
            </a:r>
            <a:r>
              <a:rPr lang="en-US" dirty="0" err="1"/>
              <a:t>ACKed</a:t>
            </a:r>
            <a:r>
              <a:rPr lang="en-US" dirty="0"/>
              <a:t> a the sender</a:t>
            </a:r>
          </a:p>
          <a:p>
            <a:endParaRPr lang="en-US" dirty="0"/>
          </a:p>
          <a:p>
            <a:r>
              <a:rPr lang="en-US" dirty="0"/>
              <a:t>In the second example two segments are sent and acknowledged, but there is a premature timeout e for the first segment, which is retransmitted.  </a:t>
            </a:r>
            <a:r>
              <a:rPr lang="en-US" dirty="0" err="1"/>
              <a:t>Notet</a:t>
            </a:r>
            <a:r>
              <a:rPr lang="en-US" dirty="0"/>
              <a:t>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a:t>
            </a:r>
            <a:r>
              <a:rPr lang="en-US" dirty="0" err="1"/>
              <a:t>unACKed</a:t>
            </a:r>
            <a:r>
              <a:rPr lang="en-US" dirty="0"/>
              <a:t>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73</a:t>
            </a:fld>
            <a:endParaRPr lang="en-US"/>
          </a:p>
        </p:txBody>
      </p:sp>
    </p:spTree>
    <p:extLst>
      <p:ext uri="{BB962C8B-B14F-4D97-AF65-F5344CB8AC3E}">
        <p14:creationId xmlns:p14="http://schemas.microsoft.com/office/powerpoint/2010/main" val="311777889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a:t>
            </a:r>
            <a:r>
              <a:rPr lang="en-US" dirty="0" err="1"/>
              <a:t>reciver</a:t>
            </a:r>
            <a:r>
              <a:rPr lang="en-US" dirty="0"/>
              <a:t> have a number of pieces of shared state that they must establish before actually communication</a:t>
            </a:r>
          </a:p>
          <a:p>
            <a:pPr marL="171450" indent="-171450">
              <a:buFont typeface="Arial" panose="020B0604020202020204" pitchFamily="34" charset="0"/>
              <a:buChar char="•"/>
            </a:pPr>
            <a:r>
              <a:rPr lang="en-US" dirty="0"/>
              <a:t>FIRST </a:t>
            </a:r>
            <a:r>
              <a:rPr lang="en-US" dirty="0" err="1"/>
              <a:t>theym</a:t>
            </a:r>
            <a:r>
              <a:rPr lang="en-US" dirty="0"/>
              <a:t> </a:t>
            </a:r>
            <a:r>
              <a:rPr lang="en-US" dirty="0" err="1"/>
              <a:t>ust</a:t>
            </a:r>
            <a:r>
              <a:rPr lang="en-US" dirty="0"/>
              <a: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a:t>
            </a:r>
            <a:r>
              <a:rPr lang="en-US" dirty="0" err="1"/>
              <a:t>bufferspace</a:t>
            </a:r>
            <a:r>
              <a:rPr lang="en-US" dirty="0"/>
              <a:t>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a:t>
            </a:r>
            <a:r>
              <a:rPr lang="en-US" dirty="0" err="1"/>
              <a:t>ESTABLished</a:t>
            </a:r>
            <a:r>
              <a:rPr lang="en-US" dirty="0"/>
              <a:t>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86</a:t>
            </a:fld>
            <a:endParaRPr lang="en-US"/>
          </a:p>
        </p:txBody>
      </p:sp>
    </p:spTree>
    <p:extLst>
      <p:ext uri="{BB962C8B-B14F-4D97-AF65-F5344CB8AC3E}">
        <p14:creationId xmlns:p14="http://schemas.microsoft.com/office/powerpoint/2010/main" val="114639378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a:p>
        </p:txBody>
      </p:sp>
    </p:spTree>
    <p:extLst>
      <p:ext uri="{BB962C8B-B14F-4D97-AF65-F5344CB8AC3E}">
        <p14:creationId xmlns:p14="http://schemas.microsoft.com/office/powerpoint/2010/main" val="21385487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a:p>
        </p:txBody>
      </p:sp>
    </p:spTree>
    <p:extLst>
      <p:ext uri="{BB962C8B-B14F-4D97-AF65-F5344CB8AC3E}">
        <p14:creationId xmlns:p14="http://schemas.microsoft.com/office/powerpoint/2010/main" val="39207727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108</a:t>
            </a:fld>
            <a:endParaRPr lang="en-US"/>
          </a:p>
        </p:txBody>
      </p:sp>
    </p:spTree>
    <p:extLst>
      <p:ext uri="{BB962C8B-B14F-4D97-AF65-F5344CB8AC3E}">
        <p14:creationId xmlns:p14="http://schemas.microsoft.com/office/powerpoint/2010/main" val="4230624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5.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1.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 Id="rId4" Type="http://schemas.openxmlformats.org/officeDocument/2006/relationships/image" Target="../media/image33.png"/></Relationships>
</file>

<file path=ppt/slides/_rels/slide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2.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5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53.xml"/><Relationship Id="rId1" Type="http://schemas.openxmlformats.org/officeDocument/2006/relationships/slideLayout" Target="../slideLayouts/slideLayout3.xml"/><Relationship Id="rId4" Type="http://schemas.openxmlformats.org/officeDocument/2006/relationships/image" Target="../media/image37.emf"/></Relationships>
</file>

<file path=ppt/slides/_rels/slide5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0.xml"/><Relationship Id="rId1" Type="http://schemas.openxmlformats.org/officeDocument/2006/relationships/slideLayout" Target="../slideLayouts/slideLayout3.xml"/><Relationship Id="rId5" Type="http://schemas.openxmlformats.org/officeDocument/2006/relationships/image" Target="../media/image43.png"/><Relationship Id="rId4" Type="http://schemas.openxmlformats.org/officeDocument/2006/relationships/customXml" Target="../ink/ink1.xml"/></Relationships>
</file>

<file path=ppt/slides/_rels/slide7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1.xml"/><Relationship Id="rId1" Type="http://schemas.openxmlformats.org/officeDocument/2006/relationships/slideLayout" Target="../slideLayouts/slideLayout3.xml"/><Relationship Id="rId5" Type="http://schemas.openxmlformats.org/officeDocument/2006/relationships/image" Target="../media/image44.png"/><Relationship Id="rId4" Type="http://schemas.openxmlformats.org/officeDocument/2006/relationships/customXml" Target="../ink/ink2.xml"/></Relationships>
</file>

<file path=ppt/slides/_rels/slide7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2.xml"/><Relationship Id="rId1" Type="http://schemas.openxmlformats.org/officeDocument/2006/relationships/slideLayout" Target="../slideLayouts/slideLayout3.xml"/><Relationship Id="rId6" Type="http://schemas.openxmlformats.org/officeDocument/2006/relationships/image" Target="../media/image46.png"/><Relationship Id="rId5" Type="http://schemas.openxmlformats.org/officeDocument/2006/relationships/customXml" Target="../ink/ink3.xml"/><Relationship Id="rId4" Type="http://schemas.openxmlformats.org/officeDocument/2006/relationships/image" Target="../media/image41.png"/></Relationships>
</file>

<file path=ppt/slides/_rels/slide7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5.xml"/><Relationship Id="rId1" Type="http://schemas.openxmlformats.org/officeDocument/2006/relationships/slideLayout" Target="../slideLayouts/slideLayout3.xml"/><Relationship Id="rId5" Type="http://schemas.openxmlformats.org/officeDocument/2006/relationships/image" Target="../media/image43.jpeg"/><Relationship Id="rId4" Type="http://schemas.openxmlformats.org/officeDocument/2006/relationships/image" Target="../media/image42.jpeg"/></Relationships>
</file>

<file path=ppt/slides/_rels/slide7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9.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47.png"/></Relationships>
</file>

<file path=ppt/slides/_rels/slide8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8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8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2.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8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87.xml"/><Relationship Id="rId1" Type="http://schemas.openxmlformats.org/officeDocument/2006/relationships/slideLayout" Target="../slideLayouts/slideLayout3.xml"/><Relationship Id="rId5" Type="http://schemas.openxmlformats.org/officeDocument/2006/relationships/image" Target="../media/image43.jpeg"/><Relationship Id="rId4" Type="http://schemas.openxmlformats.org/officeDocument/2006/relationships/image" Target="../media/image42.jpeg"/></Relationships>
</file>

<file path=ppt/slides/_rels/slide8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 Id="rId5" Type="http://schemas.openxmlformats.org/officeDocument/2006/relationships/image" Target="../media/image53.png"/><Relationship Id="rId4" Type="http://schemas.openxmlformats.org/officeDocument/2006/relationships/image" Target="../media/image52.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4.emf"/><Relationship Id="rId7" Type="http://schemas.openxmlformats.org/officeDocument/2006/relationships/image" Target="../media/image58.emf"/><Relationship Id="rId2" Type="http://schemas.openxmlformats.org/officeDocument/2006/relationships/notesSlide" Target="../notesSlides/notesSlide93.xml"/><Relationship Id="rId1" Type="http://schemas.openxmlformats.org/officeDocument/2006/relationships/slideLayout" Target="../slideLayouts/slideLayout3.xml"/><Relationship Id="rId6" Type="http://schemas.openxmlformats.org/officeDocument/2006/relationships/image" Target="../media/image57.emf"/><Relationship Id="rId5" Type="http://schemas.openxmlformats.org/officeDocument/2006/relationships/image" Target="../media/image56.emf"/><Relationship Id="rId4" Type="http://schemas.openxmlformats.org/officeDocument/2006/relationships/image" Target="../media/image55.emf"/></Relationships>
</file>

<file path=ppt/slides/_rels/slide9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60.png"/></Relationships>
</file>

<file path=ppt/slides/_rels/slide100.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dirty="0"/>
              <a:t>Transport Layer: 3-</a:t>
            </a:r>
            <a:fld id="{C4204591-24BD-A542-B9D5-F8D8A88D2FEE}" type="slidenum">
              <a:rPr lang="en-US" smtClean="0"/>
              <a:pPr/>
              <a:t>1</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02363" y="1523857"/>
            <a:ext cx="523091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network 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logical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logical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87844" y="4463368"/>
            <a:ext cx="5059089"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a:t>
            </a:fld>
            <a:endParaRPr lang="en-US" dirty="0"/>
          </a:p>
        </p:txBody>
      </p:sp>
    </p:spTree>
    <p:extLst>
      <p:ext uri="{BB962C8B-B14F-4D97-AF65-F5344CB8AC3E}">
        <p14:creationId xmlns:p14="http://schemas.microsoft.com/office/powerpoint/2010/main" val="266655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17"/>
                                        </p:tgtEl>
                                        <p:attrNameLst>
                                          <p:attrName>style.visibility</p:attrName>
                                        </p:attrNameLst>
                                      </p:cBhvr>
                                      <p:to>
                                        <p:strVal val="visible"/>
                                      </p:to>
                                    </p:set>
                                    <p:animEffect transition="in" filter="dissolve">
                                      <p:cBhvr>
                                        <p:cTn id="11" dur="500"/>
                                        <p:tgtEl>
                                          <p:spTgt spid="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not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a:t>
            </a:fld>
            <a:endParaRPr lang="en-US" dirty="0"/>
          </a:p>
        </p:txBody>
      </p:sp>
    </p:spTree>
    <p:extLst>
      <p:ext uri="{BB962C8B-B14F-4D97-AF65-F5344CB8AC3E}">
        <p14:creationId xmlns:p14="http://schemas.microsoft.com/office/powerpoint/2010/main" val="3140532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8837" y="2685375"/>
            <a:ext cx="1404036" cy="384588"/>
            <a:chOff x="8597346" y="692270"/>
            <a:chExt cx="1404036" cy="384588"/>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6" name="Slide Number Placeholder 2">
            <a:extLst>
              <a:ext uri="{FF2B5EF4-FFF2-40B4-BE49-F238E27FC236}">
                <a16:creationId xmlns:a16="http://schemas.microsoft.com/office/drawing/2014/main" id="{3651FB73-A1BA-B148-9B5B-B80094A9175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spTree>
    <p:extLst>
      <p:ext uri="{BB962C8B-B14F-4D97-AF65-F5344CB8AC3E}">
        <p14:creationId xmlns:p14="http://schemas.microsoft.com/office/powerpoint/2010/main" val="2356625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7B18E3F3-40BD-0C49-8324-41152F4086DF}"/>
              </a:ext>
            </a:extLst>
          </p:cNvPr>
          <p:cNvGrpSpPr/>
          <p:nvPr/>
        </p:nvGrpSpPr>
        <p:grpSpPr>
          <a:xfrm>
            <a:off x="5272320" y="3145339"/>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a:t>
            </a:fld>
            <a:endParaRPr lang="en-US" dirty="0"/>
          </a:p>
        </p:txBody>
      </p:sp>
    </p:spTree>
    <p:extLst>
      <p:ext uri="{BB962C8B-B14F-4D97-AF65-F5344CB8AC3E}">
        <p14:creationId xmlns:p14="http://schemas.microsoft.com/office/powerpoint/2010/main" val="2664357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7B18E3F3-40BD-0C49-8324-41152F4086DF}"/>
              </a:ext>
            </a:extLst>
          </p:cNvPr>
          <p:cNvGrpSpPr/>
          <p:nvPr/>
        </p:nvGrpSpPr>
        <p:grpSpPr>
          <a:xfrm>
            <a:off x="4107096" y="5561831"/>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 name="Straight Arrow Connector 2">
            <a:extLst>
              <a:ext uri="{FF2B5EF4-FFF2-40B4-BE49-F238E27FC236}">
                <a16:creationId xmlns:a16="http://schemas.microsoft.com/office/drawing/2014/main" id="{1B834CFE-E231-7940-A2C6-E5A762AAF408}"/>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sp>
        <p:nvSpPr>
          <p:cNvPr id="98" name="Slide Number Placeholder 2">
            <a:extLst>
              <a:ext uri="{FF2B5EF4-FFF2-40B4-BE49-F238E27FC236}">
                <a16:creationId xmlns:a16="http://schemas.microsoft.com/office/drawing/2014/main" id="{9D27FD24-CD71-B149-A674-58F712CA95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a:t>
            </a:fld>
            <a:endParaRPr lang="en-US" dirty="0"/>
          </a:p>
        </p:txBody>
      </p:sp>
    </p:spTree>
    <p:extLst>
      <p:ext uri="{BB962C8B-B14F-4D97-AF65-F5344CB8AC3E}">
        <p14:creationId xmlns:p14="http://schemas.microsoft.com/office/powerpoint/2010/main" val="109338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wipe(right)">
                                      <p:cBhvr>
                                        <p:cTn id="7" dur="500"/>
                                        <p:tgtEl>
                                          <p:spTgt spid="9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sp>
          <p:nvSpPr>
            <p:cNvPr id="106" name="TextBox 105">
              <a:extLst>
                <a:ext uri="{FF2B5EF4-FFF2-40B4-BE49-F238E27FC236}">
                  <a16:creationId xmlns:a16="http://schemas.microsoft.com/office/drawing/2014/main" id="{B0EE723F-4512-B04F-A1A8-CFC321B8BC75}"/>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9704593" y="3018504"/>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6146230" y="5329338"/>
            <a:ext cx="3558363"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7" name="Oval 128">
            <a:extLst>
              <a:ext uri="{FF2B5EF4-FFF2-40B4-BE49-F238E27FC236}">
                <a16:creationId xmlns:a16="http://schemas.microsoft.com/office/drawing/2014/main" id="{C9683072-CF4E-DB4A-85E4-079345D6F273}"/>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108" name="Oval 128">
            <a:extLst>
              <a:ext uri="{FF2B5EF4-FFF2-40B4-BE49-F238E27FC236}">
                <a16:creationId xmlns:a16="http://schemas.microsoft.com/office/drawing/2014/main" id="{12C63F66-A046-B04C-ABF5-DE764DC4A1CB}"/>
              </a:ext>
            </a:extLst>
          </p:cNvPr>
          <p:cNvSpPr>
            <a:spLocks noChangeArrowheads="1"/>
          </p:cNvSpPr>
          <p:nvPr/>
        </p:nvSpPr>
        <p:spPr bwMode="auto">
          <a:xfrm>
            <a:off x="6094177" y="1951196"/>
            <a:ext cx="1049472" cy="530701"/>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4" name="Freeform 3">
            <a:extLst>
              <a:ext uri="{FF2B5EF4-FFF2-40B4-BE49-F238E27FC236}">
                <a16:creationId xmlns:a16="http://schemas.microsoft.com/office/drawing/2014/main" id="{C06AE4EB-B6F7-D647-8126-954E43EA0CD4}"/>
              </a:ext>
            </a:extLst>
          </p:cNvPr>
          <p:cNvSpPr/>
          <p:nvPr/>
        </p:nvSpPr>
        <p:spPr>
          <a:xfrm>
            <a:off x="6149438" y="2346690"/>
            <a:ext cx="163654" cy="3001414"/>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4925">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26C1DF51-2C5A-3042-AF2B-8FAC17544498}"/>
              </a:ext>
            </a:extLst>
          </p:cNvPr>
          <p:cNvSpPr/>
          <p:nvPr/>
        </p:nvSpPr>
        <p:spPr>
          <a:xfrm flipH="1">
            <a:off x="5797083" y="2342230"/>
            <a:ext cx="163654" cy="3099711"/>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8100">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2" name="Straight Connector 111">
            <a:extLst>
              <a:ext uri="{FF2B5EF4-FFF2-40B4-BE49-F238E27FC236}">
                <a16:creationId xmlns:a16="http://schemas.microsoft.com/office/drawing/2014/main" id="{DF7169CD-8DF9-644A-84B2-14B8ED6F997C}"/>
              </a:ext>
            </a:extLst>
          </p:cNvPr>
          <p:cNvCxnSpPr>
            <a:cxnSpLocks/>
          </p:cNvCxnSpPr>
          <p:nvPr/>
        </p:nvCxnSpPr>
        <p:spPr>
          <a:xfrm>
            <a:off x="3218929" y="3094306"/>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1322F59-E51A-0245-A327-5845569D47A8}"/>
              </a:ext>
            </a:extLst>
          </p:cNvPr>
          <p:cNvCxnSpPr>
            <a:cxnSpLocks/>
          </p:cNvCxnSpPr>
          <p:nvPr/>
        </p:nvCxnSpPr>
        <p:spPr>
          <a:xfrm>
            <a:off x="3189176" y="5423906"/>
            <a:ext cx="2771561" cy="0"/>
          </a:xfrm>
          <a:prstGeom prst="line">
            <a:avLst/>
          </a:prstGeom>
          <a:ln w="44450"/>
        </p:spPr>
        <p:style>
          <a:lnRef idx="1">
            <a:schemeClr val="accent1"/>
          </a:lnRef>
          <a:fillRef idx="0">
            <a:schemeClr val="accent1"/>
          </a:fillRef>
          <a:effectRef idx="0">
            <a:schemeClr val="accent1"/>
          </a:effectRef>
          <a:fontRef idx="minor">
            <a:schemeClr val="tx1"/>
          </a:fontRef>
        </p:style>
      </p:cxnSp>
      <p:pic>
        <p:nvPicPr>
          <p:cNvPr id="115" name="Picture 8" descr="Image result for blue question mark icon">
            <a:extLst>
              <a:ext uri="{FF2B5EF4-FFF2-40B4-BE49-F238E27FC236}">
                <a16:creationId xmlns:a16="http://schemas.microsoft.com/office/drawing/2014/main" id="{9970C4B0-3E2B-3247-8288-8E86060683C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5255" y="7525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95" name="Slide Number Placeholder 2">
            <a:extLst>
              <a:ext uri="{FF2B5EF4-FFF2-40B4-BE49-F238E27FC236}">
                <a16:creationId xmlns:a16="http://schemas.microsoft.com/office/drawing/2014/main" id="{FBAF143A-4EAF-324F-A6C2-31B9E7C427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a:t>
            </a:fld>
            <a:endParaRPr lang="en-US" dirty="0"/>
          </a:p>
        </p:txBody>
      </p:sp>
    </p:spTree>
    <p:extLst>
      <p:ext uri="{BB962C8B-B14F-4D97-AF65-F5344CB8AC3E}">
        <p14:creationId xmlns:p14="http://schemas.microsoft.com/office/powerpoint/2010/main" val="2656764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3" cy="1639889"/>
            <a:chOff x="7016607" y="1655043"/>
            <a:chExt cx="4836313"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0" y="1655043"/>
              <a:ext cx="4679950"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at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at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a:t>
            </a:fld>
            <a:endParaRPr lang="en-US" dirty="0"/>
          </a:p>
        </p:txBody>
      </p:sp>
    </p:spTree>
    <p:extLst>
      <p:ext uri="{BB962C8B-B14F-4D97-AF65-F5344CB8AC3E}">
        <p14:creationId xmlns:p14="http://schemas.microsoft.com/office/powerpoint/2010/main" val="2972402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DatagramSocket</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mySocket1        = new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DatagramSocket</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a:t>
            </a:r>
            <a:r>
              <a:rPr kumimoji="0" lang="en-US" sz="28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dest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
        <p:nvSpPr>
          <p:cNvPr id="138" name="Rectangle 44">
            <a:extLst>
              <a:ext uri="{FF2B5EF4-FFF2-40B4-BE49-F238E27FC236}">
                <a16:creationId xmlns:a16="http://schemas.microsoft.com/office/drawing/2014/main" id="{E4FB09F6-4D90-9944-956D-25B59CB77E40}"/>
              </a:ext>
            </a:extLst>
          </p:cNvPr>
          <p:cNvSpPr txBox="1">
            <a:spLocks noChangeArrowheads="1"/>
          </p:cNvSpPr>
          <p:nvPr/>
        </p:nvSpPr>
        <p:spPr bwMode="auto">
          <a:xfrm>
            <a:off x="4598987" y="1387147"/>
            <a:ext cx="4217987" cy="725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32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8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a:t>
            </a: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serverSocket</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 new </a:t>
            </a: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DatagramSocket</a:t>
            </a:r>
            <a:endPar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endParaRP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a:t>
            </a:r>
            <a:r>
              <a:rPr kumimoji="0" lang="en-US" sz="2000" b="1" i="0" u="none" strike="noStrike" kern="0" cap="none" spc="0" normalizeH="0" baseline="0" noProof="0" dirty="0">
                <a:ln>
                  <a:noFill/>
                </a:ln>
                <a:solidFill>
                  <a:srgbClr val="CC0000"/>
                </a:solidFill>
                <a:effectLst/>
                <a:uLnTx/>
                <a:uFillTx/>
                <a:latin typeface="Courier New" charset="0"/>
                <a:ea typeface="ＭＳ Ｐゴシック" charset="0"/>
                <a:cs typeface="+mn-cs"/>
              </a:rPr>
              <a:t>6428</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a:t>
            </a: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40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15331" y="2807714"/>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Rectangle 23">
            <a:extLst>
              <a:ext uri="{FF2B5EF4-FFF2-40B4-BE49-F238E27FC236}">
                <a16:creationId xmlns:a16="http://schemas.microsoft.com/office/drawing/2014/main" id="{17E6F561-D2E2-784F-818C-D83319DE8316}"/>
              </a:ext>
            </a:extLst>
          </p:cNvPr>
          <p:cNvSpPr>
            <a:spLocks noChangeArrowheads="1"/>
          </p:cNvSpPr>
          <p:nvPr/>
        </p:nvSpPr>
        <p:spPr bwMode="auto">
          <a:xfrm>
            <a:off x="2520156" y="2774376"/>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8" name="Rectangle 23">
            <a:extLst>
              <a:ext uri="{FF2B5EF4-FFF2-40B4-BE49-F238E27FC236}">
                <a16:creationId xmlns:a16="http://schemas.microsoft.com/office/drawing/2014/main" id="{4CF23822-9D9B-0E42-93CC-6BA8EA8935C9}"/>
              </a:ext>
            </a:extLst>
          </p:cNvPr>
          <p:cNvSpPr>
            <a:spLocks noChangeArrowheads="1"/>
          </p:cNvSpPr>
          <p:nvPr/>
        </p:nvSpPr>
        <p:spPr bwMode="auto">
          <a:xfrm>
            <a:off x="5347493" y="254101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23">
            <a:extLst>
              <a:ext uri="{FF2B5EF4-FFF2-40B4-BE49-F238E27FC236}">
                <a16:creationId xmlns:a16="http://schemas.microsoft.com/office/drawing/2014/main" id="{5DBC5F7E-FBFE-9545-9C61-2B1EE876BE58}"/>
              </a:ext>
            </a:extLst>
          </p:cNvPr>
          <p:cNvSpPr>
            <a:spLocks noChangeArrowheads="1"/>
          </p:cNvSpPr>
          <p:nvPr/>
        </p:nvSpPr>
        <p:spPr bwMode="auto">
          <a:xfrm>
            <a:off x="8354218" y="276643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P4</a:t>
            </a: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613106" y="2787076"/>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3" name="Rectangle 173">
            <a:extLst>
              <a:ext uri="{FF2B5EF4-FFF2-40B4-BE49-F238E27FC236}">
                <a16:creationId xmlns:a16="http://schemas.microsoft.com/office/drawing/2014/main" id="{ACF402A0-C6AF-8D4B-9459-C028398F8678}"/>
              </a:ext>
            </a:extLst>
          </p:cNvPr>
          <p:cNvSpPr>
            <a:spLocks noChangeArrowheads="1"/>
          </p:cNvSpPr>
          <p:nvPr/>
        </p:nvSpPr>
        <p:spPr bwMode="auto">
          <a:xfrm>
            <a:off x="7968800" y="2094763"/>
            <a:ext cx="4189623" cy="655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mySocket1 = new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5775</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496329" y="2088579"/>
            <a:ext cx="3755375" cy="655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mySocket2 = new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9157</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40818" y="5790626"/>
            <a:ext cx="1644650" cy="652463"/>
            <a:chOff x="1318" y="3697"/>
            <a:chExt cx="1036" cy="411"/>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18" y="3822"/>
              <a:ext cx="994"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3" y="4914326"/>
            <a:ext cx="1692275" cy="652463"/>
            <a:chOff x="2741" y="3750"/>
            <a:chExt cx="1066" cy="411"/>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994"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7" name="Slide Number Placeholder 2">
            <a:extLst>
              <a:ext uri="{FF2B5EF4-FFF2-40B4-BE49-F238E27FC236}">
                <a16:creationId xmlns:a16="http://schemas.microsoft.com/office/drawing/2014/main" id="{7A20C98F-8CB3-904A-A136-78573229D8F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a:t>
            </a:fld>
            <a:endParaRPr lang="en-US" dirty="0"/>
          </a:p>
        </p:txBody>
      </p:sp>
    </p:spTree>
    <p:extLst>
      <p:ext uri="{BB962C8B-B14F-4D97-AF65-F5344CB8AC3E}">
        <p14:creationId xmlns:p14="http://schemas.microsoft.com/office/powerpoint/2010/main" val="271510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nodeType="withEffect">
                                  <p:stCondLst>
                                    <p:cond delay="0"/>
                                  </p:stCondLst>
                                  <p:childTnLst>
                                    <p:set>
                                      <p:cBhvr>
                                        <p:cTn id="17" dur="1" fill="hold">
                                          <p:stCondLst>
                                            <p:cond delay="0"/>
                                          </p:stCondLst>
                                        </p:cTn>
                                        <p:tgtEl>
                                          <p:spTgt spid="193">
                                            <p:txEl>
                                              <p:pRg st="0" end="0"/>
                                            </p:txEl>
                                          </p:spTgt>
                                        </p:tgtEl>
                                        <p:attrNameLst>
                                          <p:attrName>style.visibility</p:attrName>
                                        </p:attrNameLst>
                                      </p:cBhvr>
                                      <p:to>
                                        <p:strVal val="visible"/>
                                      </p:to>
                                    </p:set>
                                    <p:animEffect transition="in" filter="dissolve">
                                      <p:cBhvr>
                                        <p:cTn id="18" dur="500"/>
                                        <p:tgtEl>
                                          <p:spTgt spid="193">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1" presetClass="entr" presetSubtype="0" fill="hold" grpId="0" nodeType="withEffect">
                                  <p:stCondLst>
                                    <p:cond delay="0"/>
                                  </p:stCondLst>
                                  <p:childTnLst>
                                    <p:set>
                                      <p:cBhvr>
                                        <p:cTn id="25" dur="1" fill="hold">
                                          <p:stCondLst>
                                            <p:cond delay="0"/>
                                          </p:stCondLst>
                                        </p:cTn>
                                        <p:tgtEl>
                                          <p:spTgt spid="138">
                                            <p:txEl>
                                              <p:pRg st="0" end="0"/>
                                            </p:txEl>
                                          </p:spTgt>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138">
                                            <p:txEl>
                                              <p:pRg st="1" end="1"/>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95"/>
                                        </p:tgtEl>
                                        <p:attrNameLst>
                                          <p:attrName>style.visibility</p:attrName>
                                        </p:attrNameLst>
                                      </p:cBhvr>
                                      <p:to>
                                        <p:strVal val="visible"/>
                                      </p:to>
                                    </p:set>
                                    <p:animEffect transition="in" filter="wipe(up)">
                                      <p:cBhvr>
                                        <p:cTn id="32" dur="500"/>
                                        <p:tgtEl>
                                          <p:spTgt spid="195"/>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197"/>
                                        </p:tgtEl>
                                        <p:attrNameLst>
                                          <p:attrName>style.visibility</p:attrName>
                                        </p:attrNameLst>
                                      </p:cBhvr>
                                      <p:to>
                                        <p:strVal val="visible"/>
                                      </p:to>
                                    </p:set>
                                    <p:animEffect transition="in" filter="wipe(left)">
                                      <p:cBhvr>
                                        <p:cTn id="36" dur="500"/>
                                        <p:tgtEl>
                                          <p:spTgt spid="197"/>
                                        </p:tgtEl>
                                      </p:cBhvr>
                                    </p:animEffect>
                                  </p:childTnLst>
                                </p:cTn>
                              </p:par>
                              <p:par>
                                <p:cTn id="37" presetID="22" presetClass="entr" presetSubtype="8" fill="hold" nodeType="withEffect">
                                  <p:stCondLst>
                                    <p:cond delay="0"/>
                                  </p:stCondLst>
                                  <p:childTnLst>
                                    <p:set>
                                      <p:cBhvr>
                                        <p:cTn id="38" dur="1" fill="hold">
                                          <p:stCondLst>
                                            <p:cond delay="0"/>
                                          </p:stCondLst>
                                        </p:cTn>
                                        <p:tgtEl>
                                          <p:spTgt spid="207"/>
                                        </p:tgtEl>
                                        <p:attrNameLst>
                                          <p:attrName>style.visibility</p:attrName>
                                        </p:attrNameLst>
                                      </p:cBhvr>
                                      <p:to>
                                        <p:strVal val="visible"/>
                                      </p:to>
                                    </p:set>
                                    <p:animEffect transition="in" filter="wipe(left)">
                                      <p:cBhvr>
                                        <p:cTn id="39" dur="500"/>
                                        <p:tgtEl>
                                          <p:spTgt spid="207"/>
                                        </p:tgtEl>
                                      </p:cBhvr>
                                    </p:animEffect>
                                  </p:childTnLst>
                                </p:cTn>
                              </p:par>
                            </p:childTnLst>
                          </p:cTn>
                        </p:par>
                        <p:par>
                          <p:cTn id="40" fill="hold">
                            <p:stCondLst>
                              <p:cond delay="1000"/>
                            </p:stCondLst>
                            <p:childTnLst>
                              <p:par>
                                <p:cTn id="41" presetID="22" presetClass="entr" presetSubtype="4" fill="hold" nodeType="afterEffect">
                                  <p:stCondLst>
                                    <p:cond delay="0"/>
                                  </p:stCondLst>
                                  <p:childTnLst>
                                    <p:set>
                                      <p:cBhvr>
                                        <p:cTn id="42" dur="1" fill="hold">
                                          <p:stCondLst>
                                            <p:cond delay="0"/>
                                          </p:stCondLst>
                                        </p:cTn>
                                        <p:tgtEl>
                                          <p:spTgt spid="196"/>
                                        </p:tgtEl>
                                        <p:attrNameLst>
                                          <p:attrName>style.visibility</p:attrName>
                                        </p:attrNameLst>
                                      </p:cBhvr>
                                      <p:to>
                                        <p:strVal val="visible"/>
                                      </p:to>
                                    </p:set>
                                    <p:animEffect transition="in" filter="wipe(down)">
                                      <p:cBhvr>
                                        <p:cTn id="43" dur="500"/>
                                        <p:tgtEl>
                                          <p:spTgt spid="19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198"/>
                                        </p:tgtEl>
                                        <p:attrNameLst>
                                          <p:attrName>style.visibility</p:attrName>
                                        </p:attrNameLst>
                                      </p:cBhvr>
                                      <p:to>
                                        <p:strVal val="visible"/>
                                      </p:to>
                                    </p:set>
                                    <p:animEffect transition="in" filter="wipe(up)">
                                      <p:cBhvr>
                                        <p:cTn id="48" dur="500"/>
                                        <p:tgtEl>
                                          <p:spTgt spid="198"/>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199"/>
                                        </p:tgtEl>
                                        <p:attrNameLst>
                                          <p:attrName>style.visibility</p:attrName>
                                        </p:attrNameLst>
                                      </p:cBhvr>
                                      <p:to>
                                        <p:strVal val="visible"/>
                                      </p:to>
                                    </p:set>
                                    <p:animEffect transition="in" filter="wipe(right)">
                                      <p:cBhvr>
                                        <p:cTn id="52" dur="500"/>
                                        <p:tgtEl>
                                          <p:spTgt spid="199"/>
                                        </p:tgtEl>
                                      </p:cBhvr>
                                    </p:animEffect>
                                  </p:childTnLst>
                                </p:cTn>
                              </p:par>
                              <p:par>
                                <p:cTn id="53" presetID="22" presetClass="entr" presetSubtype="2" fill="hold" nodeType="withEffect">
                                  <p:stCondLst>
                                    <p:cond delay="0"/>
                                  </p:stCondLst>
                                  <p:childTnLst>
                                    <p:set>
                                      <p:cBhvr>
                                        <p:cTn id="54" dur="1" fill="hold">
                                          <p:stCondLst>
                                            <p:cond delay="0"/>
                                          </p:stCondLst>
                                        </p:cTn>
                                        <p:tgtEl>
                                          <p:spTgt spid="211"/>
                                        </p:tgtEl>
                                        <p:attrNameLst>
                                          <p:attrName>style.visibility</p:attrName>
                                        </p:attrNameLst>
                                      </p:cBhvr>
                                      <p:to>
                                        <p:strVal val="visible"/>
                                      </p:to>
                                    </p:set>
                                    <p:animEffect transition="in" filter="wipe(right)">
                                      <p:cBhvr>
                                        <p:cTn id="55" dur="500"/>
                                        <p:tgtEl>
                                          <p:spTgt spid="211"/>
                                        </p:tgtEl>
                                      </p:cBhvr>
                                    </p:animEffect>
                                  </p:childTnLst>
                                </p:cTn>
                              </p:par>
                            </p:childTnLst>
                          </p:cTn>
                        </p:par>
                        <p:par>
                          <p:cTn id="56" fill="hold">
                            <p:stCondLst>
                              <p:cond delay="1000"/>
                            </p:stCondLst>
                            <p:childTnLst>
                              <p:par>
                                <p:cTn id="57" presetID="22" presetClass="entr" presetSubtype="4" fill="hold" nodeType="afterEffect">
                                  <p:stCondLst>
                                    <p:cond delay="0"/>
                                  </p:stCondLst>
                                  <p:childTnLst>
                                    <p:set>
                                      <p:cBhvr>
                                        <p:cTn id="58" dur="1" fill="hold">
                                          <p:stCondLst>
                                            <p:cond delay="0"/>
                                          </p:stCondLst>
                                        </p:cTn>
                                        <p:tgtEl>
                                          <p:spTgt spid="200"/>
                                        </p:tgtEl>
                                        <p:attrNameLst>
                                          <p:attrName>style.visibility</p:attrName>
                                        </p:attrNameLst>
                                      </p:cBhvr>
                                      <p:to>
                                        <p:strVal val="visible"/>
                                      </p:to>
                                    </p:set>
                                    <p:animEffect transition="in" filter="wipe(down)">
                                      <p:cBhvr>
                                        <p:cTn id="59" dur="500"/>
                                        <p:tgtEl>
                                          <p:spTgt spid="200"/>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nodeType="clickEffect">
                                  <p:stCondLst>
                                    <p:cond delay="0"/>
                                  </p:stCondLst>
                                  <p:childTnLst>
                                    <p:set>
                                      <p:cBhvr>
                                        <p:cTn id="63" dur="1" fill="hold">
                                          <p:stCondLst>
                                            <p:cond delay="0"/>
                                          </p:stCondLst>
                                        </p:cTn>
                                        <p:tgtEl>
                                          <p:spTgt spid="204"/>
                                        </p:tgtEl>
                                        <p:attrNameLst>
                                          <p:attrName>style.visibility</p:attrName>
                                        </p:attrNameLst>
                                      </p:cBhvr>
                                      <p:to>
                                        <p:strVal val="visible"/>
                                      </p:to>
                                    </p:set>
                                    <p:animEffect transition="in" filter="wipe(up)">
                                      <p:cBhvr>
                                        <p:cTn id="64" dur="500"/>
                                        <p:tgtEl>
                                          <p:spTgt spid="204"/>
                                        </p:tgtEl>
                                      </p:cBhvr>
                                    </p:animEffect>
                                  </p:childTnLst>
                                </p:cTn>
                              </p:par>
                            </p:childTnLst>
                          </p:cTn>
                        </p:par>
                        <p:par>
                          <p:cTn id="65" fill="hold">
                            <p:stCondLst>
                              <p:cond delay="500"/>
                            </p:stCondLst>
                            <p:childTnLst>
                              <p:par>
                                <p:cTn id="66" presetID="22" presetClass="entr" presetSubtype="8" fill="hold" nodeType="afterEffect">
                                  <p:stCondLst>
                                    <p:cond delay="0"/>
                                  </p:stCondLst>
                                  <p:childTnLst>
                                    <p:set>
                                      <p:cBhvr>
                                        <p:cTn id="67" dur="1" fill="hold">
                                          <p:stCondLst>
                                            <p:cond delay="0"/>
                                          </p:stCondLst>
                                        </p:cTn>
                                        <p:tgtEl>
                                          <p:spTgt spid="206"/>
                                        </p:tgtEl>
                                        <p:attrNameLst>
                                          <p:attrName>style.visibility</p:attrName>
                                        </p:attrNameLst>
                                      </p:cBhvr>
                                      <p:to>
                                        <p:strVal val="visible"/>
                                      </p:to>
                                    </p:set>
                                    <p:animEffect transition="in" filter="wipe(left)">
                                      <p:cBhvr>
                                        <p:cTn id="68" dur="500"/>
                                        <p:tgtEl>
                                          <p:spTgt spid="206"/>
                                        </p:tgtEl>
                                      </p:cBhvr>
                                    </p:animEffect>
                                  </p:childTnLst>
                                </p:cTn>
                              </p:par>
                              <p:par>
                                <p:cTn id="69" presetID="22" presetClass="entr" presetSubtype="8" fill="hold" nodeType="withEffect">
                                  <p:stCondLst>
                                    <p:cond delay="0"/>
                                  </p:stCondLst>
                                  <p:childTnLst>
                                    <p:set>
                                      <p:cBhvr>
                                        <p:cTn id="70" dur="1" fill="hold">
                                          <p:stCondLst>
                                            <p:cond delay="0"/>
                                          </p:stCondLst>
                                        </p:cTn>
                                        <p:tgtEl>
                                          <p:spTgt spid="215"/>
                                        </p:tgtEl>
                                        <p:attrNameLst>
                                          <p:attrName>style.visibility</p:attrName>
                                        </p:attrNameLst>
                                      </p:cBhvr>
                                      <p:to>
                                        <p:strVal val="visible"/>
                                      </p:to>
                                    </p:set>
                                    <p:animEffect transition="in" filter="wipe(left)">
                                      <p:cBhvr>
                                        <p:cTn id="71" dur="500"/>
                                        <p:tgtEl>
                                          <p:spTgt spid="215"/>
                                        </p:tgtEl>
                                      </p:cBhvr>
                                    </p:animEffect>
                                  </p:childTnLst>
                                </p:cTn>
                              </p:par>
                            </p:childTnLst>
                          </p:cTn>
                        </p:par>
                        <p:par>
                          <p:cTn id="72" fill="hold">
                            <p:stCondLst>
                              <p:cond delay="1000"/>
                            </p:stCondLst>
                            <p:childTnLst>
                              <p:par>
                                <p:cTn id="73" presetID="22" presetClass="entr" presetSubtype="4" fill="hold" nodeType="afterEffect">
                                  <p:stCondLst>
                                    <p:cond delay="0"/>
                                  </p:stCondLst>
                                  <p:childTnLst>
                                    <p:set>
                                      <p:cBhvr>
                                        <p:cTn id="74" dur="1" fill="hold">
                                          <p:stCondLst>
                                            <p:cond delay="0"/>
                                          </p:stCondLst>
                                        </p:cTn>
                                        <p:tgtEl>
                                          <p:spTgt spid="202"/>
                                        </p:tgtEl>
                                        <p:attrNameLst>
                                          <p:attrName>style.visibility</p:attrName>
                                        </p:attrNameLst>
                                      </p:cBhvr>
                                      <p:to>
                                        <p:strVal val="visible"/>
                                      </p:to>
                                    </p:set>
                                    <p:animEffect transition="in" filter="wipe(down)">
                                      <p:cBhvr>
                                        <p:cTn id="75" dur="500"/>
                                        <p:tgtEl>
                                          <p:spTgt spid="202"/>
                                        </p:tgtEl>
                                      </p:cBhvr>
                                    </p:animEffect>
                                  </p:childTnLst>
                                </p:cTn>
                              </p:par>
                            </p:childTnLst>
                          </p:cTn>
                        </p:par>
                        <p:par>
                          <p:cTn id="76" fill="hold">
                            <p:stCondLst>
                              <p:cond delay="1500"/>
                            </p:stCondLst>
                            <p:childTnLst>
                              <p:par>
                                <p:cTn id="77" presetID="22" presetClass="entr" presetSubtype="1" fill="hold" nodeType="afterEffect">
                                  <p:stCondLst>
                                    <p:cond delay="0"/>
                                  </p:stCondLst>
                                  <p:childTnLst>
                                    <p:set>
                                      <p:cBhvr>
                                        <p:cTn id="78" dur="1" fill="hold">
                                          <p:stCondLst>
                                            <p:cond delay="0"/>
                                          </p:stCondLst>
                                        </p:cTn>
                                        <p:tgtEl>
                                          <p:spTgt spid="201"/>
                                        </p:tgtEl>
                                        <p:attrNameLst>
                                          <p:attrName>style.visibility</p:attrName>
                                        </p:attrNameLst>
                                      </p:cBhvr>
                                      <p:to>
                                        <p:strVal val="visible"/>
                                      </p:to>
                                    </p:set>
                                    <p:animEffect transition="in" filter="wipe(up)">
                                      <p:cBhvr>
                                        <p:cTn id="79" dur="500"/>
                                        <p:tgtEl>
                                          <p:spTgt spid="201"/>
                                        </p:tgtEl>
                                      </p:cBhvr>
                                    </p:animEffect>
                                  </p:childTnLst>
                                </p:cTn>
                              </p:par>
                            </p:childTnLst>
                          </p:cTn>
                        </p:par>
                        <p:par>
                          <p:cTn id="80" fill="hold">
                            <p:stCondLst>
                              <p:cond delay="2000"/>
                            </p:stCondLst>
                            <p:childTnLst>
                              <p:par>
                                <p:cTn id="81" presetID="22" presetClass="entr" presetSubtype="2" fill="hold" nodeType="afterEffect">
                                  <p:stCondLst>
                                    <p:cond delay="0"/>
                                  </p:stCondLst>
                                  <p:childTnLst>
                                    <p:set>
                                      <p:cBhvr>
                                        <p:cTn id="82" dur="1" fill="hold">
                                          <p:stCondLst>
                                            <p:cond delay="0"/>
                                          </p:stCondLst>
                                        </p:cTn>
                                        <p:tgtEl>
                                          <p:spTgt spid="205"/>
                                        </p:tgtEl>
                                        <p:attrNameLst>
                                          <p:attrName>style.visibility</p:attrName>
                                        </p:attrNameLst>
                                      </p:cBhvr>
                                      <p:to>
                                        <p:strVal val="visible"/>
                                      </p:to>
                                    </p:set>
                                    <p:animEffect transition="in" filter="wipe(right)">
                                      <p:cBhvr>
                                        <p:cTn id="83" dur="500"/>
                                        <p:tgtEl>
                                          <p:spTgt spid="205"/>
                                        </p:tgtEl>
                                      </p:cBhvr>
                                    </p:animEffect>
                                  </p:childTnLst>
                                </p:cTn>
                              </p:par>
                              <p:par>
                                <p:cTn id="84" presetID="22" presetClass="entr" presetSubtype="2" fill="hold" nodeType="withEffect">
                                  <p:stCondLst>
                                    <p:cond delay="0"/>
                                  </p:stCondLst>
                                  <p:childTnLst>
                                    <p:set>
                                      <p:cBhvr>
                                        <p:cTn id="85" dur="1" fill="hold">
                                          <p:stCondLst>
                                            <p:cond delay="0"/>
                                          </p:stCondLst>
                                        </p:cTn>
                                        <p:tgtEl>
                                          <p:spTgt spid="219"/>
                                        </p:tgtEl>
                                        <p:attrNameLst>
                                          <p:attrName>style.visibility</p:attrName>
                                        </p:attrNameLst>
                                      </p:cBhvr>
                                      <p:to>
                                        <p:strVal val="visible"/>
                                      </p:to>
                                    </p:set>
                                    <p:animEffect transition="in" filter="wipe(right)">
                                      <p:cBhvr>
                                        <p:cTn id="86" dur="500"/>
                                        <p:tgtEl>
                                          <p:spTgt spid="219"/>
                                        </p:tgtEl>
                                      </p:cBhvr>
                                    </p:animEffect>
                                  </p:childTnLst>
                                </p:cTn>
                              </p:par>
                            </p:childTnLst>
                          </p:cTn>
                        </p:par>
                        <p:par>
                          <p:cTn id="87" fill="hold">
                            <p:stCondLst>
                              <p:cond delay="2500"/>
                            </p:stCondLst>
                            <p:childTnLst>
                              <p:par>
                                <p:cTn id="88" presetID="22" presetClass="entr" presetSubtype="4" fill="hold" nodeType="afterEffect">
                                  <p:stCondLst>
                                    <p:cond delay="0"/>
                                  </p:stCondLst>
                                  <p:childTnLst>
                                    <p:set>
                                      <p:cBhvr>
                                        <p:cTn id="89" dur="1" fill="hold">
                                          <p:stCondLst>
                                            <p:cond delay="0"/>
                                          </p:stCondLst>
                                        </p:cTn>
                                        <p:tgtEl>
                                          <p:spTgt spid="203"/>
                                        </p:tgtEl>
                                        <p:attrNameLst>
                                          <p:attrName>style.visibility</p:attrName>
                                        </p:attrNameLst>
                                      </p:cBhvr>
                                      <p:to>
                                        <p:strVal val="visible"/>
                                      </p:to>
                                    </p:set>
                                    <p:animEffect transition="in" filter="wipe(down)">
                                      <p:cBhvr>
                                        <p:cTn id="90"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build="p"/>
      <p:bldP spid="19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P1</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dest</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a:t>Transport Layer: 3-</a:t>
            </a:r>
            <a:fld id="{C4204591-24BD-A542-B9D5-F8D8A88D2FEE}" type="slidenum">
              <a:rPr lang="en-US" smtClean="0"/>
              <a:pPr/>
              <a:t>23</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a:t>
              </a:r>
              <a:r>
                <a:rPr kumimoji="0" lang="en-US" sz="3200" b="0" i="0" u="none" strike="noStrike" kern="0" cap="none" spc="0" normalizeH="0" baseline="0" noProof="0" dirty="0" err="1">
                  <a:ln>
                    <a:noFill/>
                  </a:ln>
                  <a:solidFill>
                    <a:srgbClr val="CC0000"/>
                  </a:solidFill>
                  <a:effectLst/>
                  <a:uLnTx/>
                  <a:uFillTx/>
                  <a:latin typeface="Calibri" panose="020F0502020204030204"/>
                  <a:ea typeface="ＭＳ Ｐゴシック" charset="0"/>
                  <a:cs typeface="+mn-cs"/>
                </a:rPr>
                <a:t>hy</a:t>
              </a: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36</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40</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a:t>
            </a:r>
            <a:r>
              <a:rPr lang="en-US" sz="4400" dirty="0" err="1"/>
              <a:t>rdt</a:t>
            </a:r>
            <a:r>
              <a:rPr lang="en-US" sz="4400" dirty="0"/>
              <a: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udt_send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rdt_rcv</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deliver_data</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udt_send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endPar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rdt_rcv</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deliver_data</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41</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How to recover from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indent="-295275">
              <a:lnSpc>
                <a:spcPct val="75000"/>
              </a:lnSpc>
              <a:buFont typeface="Wingdings" charset="2"/>
              <a:buChar char="§"/>
              <a:defRPr/>
            </a:pPr>
            <a:r>
              <a:rPr lang="en-US" sz="3200" i="1" dirty="0">
                <a:solidFill>
                  <a:srgbClr val="CC0000"/>
                </a:solidFill>
              </a:rPr>
              <a:t>acknowledgements (ACKs):</a:t>
            </a:r>
            <a:r>
              <a:rPr lang="en-US" sz="3200" dirty="0">
                <a:solidFill>
                  <a:prstClr val="black"/>
                </a:solidFill>
              </a:rPr>
              <a:t> receiver explicitly tells sender that pkt received OK</a:t>
            </a:r>
          </a:p>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60375" lvl="0" indent="-217488">
              <a:lnSpc>
                <a:spcPct val="80000"/>
              </a:lnSpc>
              <a:defRPr/>
            </a:pPr>
            <a:r>
              <a:rPr lang="en-US" altLang="en-US" sz="3200" dirty="0">
                <a:solidFill>
                  <a:prstClr val="black"/>
                </a:solidFill>
                <a:ea typeface="ＭＳ Ｐゴシック" panose="020B0600070205080204" pitchFamily="34" charset="-128"/>
              </a:rPr>
              <a:t>sender doesn’</a:t>
            </a:r>
            <a:r>
              <a:rPr lang="en-US" altLang="ja-JP" sz="3200" dirty="0">
                <a:solidFill>
                  <a:prstClr val="black"/>
                </a:solidFill>
                <a:ea typeface="ＭＳ Ｐゴシック" panose="020B0600070205080204" pitchFamily="34" charset="-128"/>
              </a:rPr>
              <a:t>t know what happened at receiver: possible duplicates</a:t>
            </a:r>
            <a:endParaRPr lang="en-US" altLang="en-US" sz="3200" dirty="0">
              <a:solidFill>
                <a:prstClr val="black"/>
              </a:solidFill>
              <a:latin typeface="Calibri" panose="020F0502020204030204"/>
            </a:endParaRPr>
          </a:p>
          <a:p>
            <a:pPr lvl="1">
              <a:lnSpc>
                <a:spcPct val="80000"/>
              </a:lnSpc>
              <a:spcBef>
                <a:spcPts val="800"/>
              </a:spcBef>
              <a:buFont typeface="Arial"/>
              <a:buChar char="•"/>
              <a:defRPr/>
            </a:pPr>
            <a:r>
              <a:rPr lang="en-US" altLang="en-US" sz="2800" dirty="0">
                <a:solidFill>
                  <a:prstClr val="black"/>
                </a:solidFill>
                <a:latin typeface="Calibri" panose="020F0502020204030204"/>
              </a:rPr>
              <a:t>sender adds sequence number to each pkt</a:t>
            </a:r>
          </a:p>
          <a:p>
            <a:pPr lvl="1">
              <a:lnSpc>
                <a:spcPct val="80000"/>
              </a:lnSpc>
              <a:spcBef>
                <a:spcPts val="800"/>
              </a:spcBef>
              <a:buFont typeface="Arial"/>
              <a:buChar char="•"/>
              <a:defRPr/>
            </a:pPr>
            <a:r>
              <a:rPr lang="en-US" altLang="en-US" sz="2800" dirty="0">
                <a:solidFill>
                  <a:prstClr val="black"/>
                </a:solidFill>
                <a:latin typeface="Calibri" panose="020F0502020204030204"/>
              </a:rPr>
              <a:t>receiver discards (doesn’</a:t>
            </a:r>
            <a:r>
              <a:rPr lang="en-US" altLang="ja-JP" sz="2800" dirty="0">
                <a:solidFill>
                  <a:prstClr val="black"/>
                </a:solidFill>
                <a:latin typeface="Calibri" panose="020F0502020204030204"/>
              </a:rPr>
              <a:t>t deliver up) duplicate pkt</a:t>
            </a:r>
            <a:endParaRPr lang="en-US" altLang="en-US" sz="2800" dirty="0">
              <a:solidFill>
                <a:prstClr val="black"/>
              </a:solidFill>
              <a:latin typeface="Calibri" panose="020F0502020204030204"/>
            </a:endParaRP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nodePh="1">
                                  <p:stCondLst>
                                    <p:cond delay="0"/>
                                  </p:stCondLst>
                                  <p:endCondLst>
                                    <p:cond evt="begin" delay="0">
                                      <p:tn val="10"/>
                                    </p:cond>
                                  </p:end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to recover from errors?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indent="-341313">
              <a:lnSpc>
                <a:spcPct val="80000"/>
              </a:lnSpc>
              <a:spcBef>
                <a:spcPts val="1200"/>
              </a:spcBef>
              <a:defRPr/>
            </a:pPr>
            <a:r>
              <a:rPr lang="en-US" altLang="en-US" sz="3200" dirty="0">
                <a:solidFill>
                  <a:prstClr val="black"/>
                </a:solidFill>
                <a:latin typeface="Calibri" panose="020F0502020204030204"/>
                <a:ea typeface="ＭＳ Ｐゴシック" panose="020B0600070205080204" pitchFamily="34" charset="-128"/>
              </a:rPr>
              <a:t>underlying channel can lose packets (data, ACKs)</a:t>
            </a:r>
          </a:p>
          <a:p>
            <a:pPr marL="747713" lvl="2" indent="-374650">
              <a:spcBef>
                <a:spcPts val="1200"/>
              </a:spcBef>
              <a:buClr>
                <a:srgbClr val="0000A8"/>
              </a:buClr>
              <a:defRPr/>
            </a:pPr>
            <a:r>
              <a:rPr lang="en-US" altLang="en-US" sz="2800" dirty="0">
                <a:solidFill>
                  <a:prstClr val="black"/>
                </a:solidFill>
                <a:latin typeface="Calibri" panose="020F0502020204030204"/>
                <a:ea typeface="ＭＳ Ｐゴシック" panose="020B0600070205080204" pitchFamily="34" charset="-128"/>
              </a:rPr>
              <a:t>sender waits </a:t>
            </a:r>
            <a:r>
              <a:rPr lang="en-US" altLang="ja-JP" sz="2800" dirty="0">
                <a:solidFill>
                  <a:prstClr val="black"/>
                </a:solidFill>
                <a:latin typeface="Calibri" panose="020F0502020204030204"/>
                <a:ea typeface="ＭＳ Ｐゴシック" panose="020B0600070205080204" pitchFamily="34" charset="-128"/>
              </a:rPr>
              <a:t>“reasonable” amount of time for ACK </a:t>
            </a:r>
          </a:p>
          <a:p>
            <a:pPr marL="747713" lvl="2" indent="-374650">
              <a:spcBef>
                <a:spcPts val="1200"/>
              </a:spcBef>
              <a:buClr>
                <a:srgbClr val="0000A8"/>
              </a:buClr>
              <a:defRPr/>
            </a:pPr>
            <a:r>
              <a:rPr lang="en-US" altLang="en-US" sz="2800" dirty="0">
                <a:solidFill>
                  <a:prstClr val="black"/>
                </a:solidFill>
                <a:latin typeface="Calibri" panose="020F0502020204030204"/>
                <a:ea typeface="ＭＳ Ｐゴシック" panose="020B0600070205080204" pitchFamily="34" charset="-128"/>
              </a:rPr>
              <a:t>retransmits if no ACK received in this time</a:t>
            </a:r>
          </a:p>
          <a:p>
            <a:pPr marL="747713" marR="0" lvl="2" indent="-374650" fontAlgn="auto">
              <a:spcBef>
                <a:spcPts val="1200"/>
              </a:spcBef>
              <a:spcAft>
                <a:spcPts val="0"/>
              </a:spcAft>
              <a:buClr>
                <a:srgbClr val="0000A8"/>
              </a:buClr>
              <a:buSzTx/>
              <a:tabLst/>
              <a:defRPr/>
            </a:pPr>
            <a:r>
              <a:rPr lang="en-US" altLang="en-US" sz="2800" dirty="0">
                <a:solidFill>
                  <a:prstClr val="black"/>
                </a:solidFill>
                <a:latin typeface="Calibri" panose="020F0502020204030204"/>
                <a:ea typeface="ＭＳ Ｐゴシック" panose="020B0600070205080204" pitchFamily="34" charset="-128"/>
              </a:rPr>
              <a:t>if pkt (or ACK) just delayed (not lost):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fontAlgn="auto">
              <a:spcBef>
                <a:spcPts val="1200"/>
              </a:spcBef>
              <a:spcAft>
                <a:spcPts val="0"/>
              </a:spcAft>
              <a:buClr>
                <a:srgbClr val="0000A8"/>
              </a:buClr>
              <a:buSzTx/>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798690" y="4448744"/>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42">
                                            <p:txEl>
                                              <p:pRg st="3" end="3"/>
                                            </p:txEl>
                                          </p:spTgt>
                                        </p:tgtEl>
                                        <p:attrNameLst>
                                          <p:attrName>style.visibility</p:attrName>
                                        </p:attrNameLst>
                                      </p:cBhvr>
                                      <p:to>
                                        <p:strVal val="visible"/>
                                      </p:to>
                                    </p:set>
                                    <p:animEffect transition="in" filter="dissolve">
                                      <p:cBhvr>
                                        <p:cTn id="9" dur="500"/>
                                        <p:tgtEl>
                                          <p:spTgt spid="42">
                                            <p:txEl>
                                              <p:pRg st="3" end="3"/>
                                            </p:txEl>
                                          </p:spTgt>
                                        </p:tgtEl>
                                      </p:cBhvr>
                                    </p:animEffect>
                                  </p:childTnLst>
                                </p:cTn>
                              </p:par>
                              <p:par>
                                <p:cTn id="10" presetID="9" presetClass="entr" presetSubtype="0" fill="hold" nodeType="withEffect">
                                  <p:stCondLst>
                                    <p:cond delay="0"/>
                                  </p:stCondLst>
                                  <p:childTnLst>
                                    <p:set>
                                      <p:cBhvr>
                                        <p:cTn id="11" dur="1" fill="hold">
                                          <p:stCondLst>
                                            <p:cond delay="0"/>
                                          </p:stCondLst>
                                        </p:cTn>
                                        <p:tgtEl>
                                          <p:spTgt spid="42">
                                            <p:txEl>
                                              <p:pRg st="4" end="4"/>
                                            </p:txEl>
                                          </p:spTgt>
                                        </p:tgtEl>
                                        <p:attrNameLst>
                                          <p:attrName>style.visibility</p:attrName>
                                        </p:attrNameLst>
                                      </p:cBhvr>
                                      <p:to>
                                        <p:strVal val="visible"/>
                                      </p:to>
                                    </p:set>
                                    <p:animEffect transition="in" filter="dissolve">
                                      <p:cBhvr>
                                        <p:cTn id="12" dur="500"/>
                                        <p:tgtEl>
                                          <p:spTgt spid="42">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9" presetClass="entr" presetSubtype="0" fill="hold" nodeType="withEffect">
                                  <p:stCondLst>
                                    <p:cond delay="0"/>
                                  </p:stCondLst>
                                  <p:childTnLst>
                                    <p:set>
                                      <p:cBhvr>
                                        <p:cTn id="18" dur="1" fill="hold">
                                          <p:stCondLst>
                                            <p:cond delay="0"/>
                                          </p:stCondLst>
                                        </p:cTn>
                                        <p:tgtEl>
                                          <p:spTgt spid="10">
                                            <p:txEl>
                                              <p:pRg st="0" end="0"/>
                                            </p:txEl>
                                          </p:spTgt>
                                        </p:tgtEl>
                                        <p:attrNameLst>
                                          <p:attrName>style.visibility</p:attrName>
                                        </p:attrNameLst>
                                      </p:cBhvr>
                                      <p:to>
                                        <p:strVal val="visible"/>
                                      </p:to>
                                    </p:set>
                                    <p:animEffect transition="in" filter="dissolve">
                                      <p:cBhvr>
                                        <p:cTn id="19" dur="500"/>
                                        <p:tgtEl>
                                          <p:spTgt spid="10">
                                            <p:txEl>
                                              <p:pRg st="0" end="0"/>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a:t>
            </a: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ms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ime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sender</a:t>
              </a:r>
              <a:endPar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rdt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ove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733374" y="1489418"/>
            <a:ext cx="1110062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individually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acknowledges 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eventual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times-out/retransmits individually for </a:t>
            </a:r>
            <a:r>
              <a:rPr kumimoji="0" lang="en-US" altLang="en-US" sz="32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a:p>
            <a:pPr marL="747713" marR="0" lvl="1" indent="-2270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maintains </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timer for each </a:t>
            </a:r>
            <a:r>
              <a:rPr kumimoji="0" lang="en-US" altLang="en-US" sz="2800" b="0" i="0" u="none" strike="noStrike" kern="1200" cap="none" spc="0" normalizeH="0" baseline="0" noProof="0" dirty="0" err="1">
                <a:ln>
                  <a:noFill/>
                </a:ln>
                <a:solidFill>
                  <a:srgbClr val="FF0000"/>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seq #s of sent,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25015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2">
                                            <p:txEl>
                                              <p:pRg st="1" end="1"/>
                                            </p:txEl>
                                          </p:spTgt>
                                        </p:tgtEl>
                                        <p:attrNameLst>
                                          <p:attrName>style.visibility</p:attrName>
                                        </p:attrNameLst>
                                      </p:cBhvr>
                                      <p:to>
                                        <p:strVal val="visible"/>
                                      </p:to>
                                    </p:set>
                                    <p:animEffect transition="in" filter="dissolve">
                                      <p:cBhvr>
                                        <p:cTn id="10" dur="500"/>
                                        <p:tgtEl>
                                          <p:spTgt spid="7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2">
                                            <p:txEl>
                                              <p:pRg st="3" end="3"/>
                                            </p:txEl>
                                          </p:spTgt>
                                        </p:tgtEl>
                                        <p:attrNameLst>
                                          <p:attrName>style.visibility</p:attrName>
                                        </p:attrNameLst>
                                      </p:cBhvr>
                                      <p:to>
                                        <p:strVal val="visible"/>
                                      </p:to>
                                    </p:set>
                                    <p:animEffect transition="in" filter="dissolve">
                                      <p:cBhvr>
                                        <p:cTn id="18" dur="500"/>
                                        <p:tgtEl>
                                          <p:spTgt spid="7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sendbase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sendbase+N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packet, advance window base to next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rcvbase</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a:t>Transport Layer: 3-</a:t>
            </a:r>
            <a:fld id="{C4204591-24BD-A542-B9D5-F8D8A88D2FEE}" type="slidenum">
              <a:rPr lang="en-US" smtClean="0"/>
              <a:pPr/>
              <a:t>63</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a:t>
            </a:r>
            <a:r>
              <a:rPr kumimoji="0" lang="en-US" altLang="en-US" sz="3200" b="0" i="1" u="none" strike="noStrike" kern="1200" cap="none" spc="0" normalizeH="0" baseline="0" noProof="0" dirty="0" err="1">
                <a:ln>
                  <a:noFill/>
                </a:ln>
                <a:solidFill>
                  <a:srgbClr val="C00000"/>
                </a:solidFill>
                <a:effectLst/>
                <a:uLnTx/>
                <a:uFillTx/>
                <a:latin typeface="Calibri" panose="020F0502020204030204"/>
                <a:ea typeface="ＭＳ Ｐゴシック" panose="020B0600070205080204" pitchFamily="34" charset="-128"/>
                <a:cs typeface="+mn-cs"/>
              </a:rPr>
              <a:t>st</a:t>
            </a:r>
            <a:r>
              <a:rPr lang="en-US" altLang="en-US" sz="3200" i="1" dirty="0">
                <a:solidFill>
                  <a:srgbClr val="C00000"/>
                </a:solidFill>
                <a:latin typeface="Calibri" panose="020F0502020204030204"/>
                <a:ea typeface="ＭＳ Ｐゴシック" panose="020B0600070205080204" pitchFamily="34" charset="-128"/>
              </a:rPr>
              <a:t>r</a:t>
            </a:r>
            <a:r>
              <a:rPr kumimoji="0" lang="en-US" altLang="en-US" sz="3200" b="0" i="1" u="none" strike="noStrike" kern="1200" cap="none" spc="0" normalizeH="0" baseline="0" noProof="0" dirty="0" err="1">
                <a:ln>
                  <a:noFill/>
                </a:ln>
                <a:solidFill>
                  <a:srgbClr val="C00000"/>
                </a:solidFill>
                <a:effectLst/>
                <a:uLnTx/>
                <a:uFillTx/>
                <a:latin typeface="Calibri" panose="020F0502020204030204"/>
                <a:ea typeface="ＭＳ Ｐゴシック" panose="020B0600070205080204" pitchFamily="34" charset="-128"/>
                <a:cs typeface="+mn-cs"/>
              </a:rPr>
              <a:t>eam</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rial" charset="0"/>
                  <a:ea typeface="ＭＳ Ｐゴシック" charset="0"/>
                  <a:cs typeface="+mn-cs"/>
                </a:rPr>
                <a:t>dest</a:t>
              </a: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a:t>
              </a:r>
              <a:r>
                <a:rPr kumimoji="0" lang="en-US" sz="20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mn-cs"/>
                </a:rPr>
                <a:t>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prstClr val="white">
                      <a:lumMod val="75000"/>
                    </a:prstClr>
                  </a:solidFill>
                  <a:effectLst/>
                  <a:uLnTx/>
                  <a:uFillTx/>
                  <a:latin typeface="Arial" charset="0"/>
                  <a:ea typeface="ＭＳ Ｐゴシック" charset="0"/>
                  <a:cs typeface="+mn-cs"/>
                </a:rPr>
                <a:t>Urg</a:t>
              </a: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t>
            </a:r>
            <a:r>
              <a:rPr kumimoji="0" lang="en-US" altLang="en-US" sz="14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ACKed</a:t>
            </a:r>
            <a:endPar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ACKed</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ACKing</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70</a:t>
            </a:fld>
            <a:endParaRPr lang="en-US" dirty="0"/>
          </a:p>
        </p:txBody>
      </p:sp>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72DA334D-0EE8-219E-758B-EB90A68D50FE}"/>
                  </a:ext>
                </a:extLst>
              </p14:cNvPr>
              <p14:cNvContentPartPr/>
              <p14:nvPr/>
            </p14:nvContentPartPr>
            <p14:xfrm>
              <a:off x="5657760" y="920880"/>
              <a:ext cx="4692960" cy="4489560"/>
            </p14:xfrm>
          </p:contentPart>
        </mc:Choice>
        <mc:Fallback xmlns="">
          <p:pic>
            <p:nvPicPr>
              <p:cNvPr id="3" name="Ink 2">
                <a:extLst>
                  <a:ext uri="{FF2B5EF4-FFF2-40B4-BE49-F238E27FC236}">
                    <a16:creationId xmlns:a16="http://schemas.microsoft.com/office/drawing/2014/main" id="{72DA334D-0EE8-219E-758B-EB90A68D50FE}"/>
                  </a:ext>
                </a:extLst>
              </p:cNvPr>
              <p:cNvPicPr/>
              <p:nvPr/>
            </p:nvPicPr>
            <p:blipFill>
              <a:blip r:embed="rId5"/>
              <a:stretch>
                <a:fillRect/>
              </a:stretch>
            </p:blipFill>
            <p:spPr>
              <a:xfrm>
                <a:off x="5648400" y="911520"/>
                <a:ext cx="4711680" cy="4508280"/>
              </a:xfrm>
              <a:prstGeom prst="rect">
                <a:avLst/>
              </a:prstGeom>
            </p:spPr>
          </p:pic>
        </mc:Fallback>
      </mc:AlternateContent>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71</a:t>
            </a:fld>
            <a:endParaRPr lang="en-US" dirty="0"/>
          </a:p>
        </p:txBody>
      </p:sp>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FAB809D9-EC15-C38A-F72F-EF1DE19B8F7D}"/>
                  </a:ext>
                </a:extLst>
              </p14:cNvPr>
              <p14:cNvContentPartPr/>
              <p14:nvPr/>
            </p14:nvContentPartPr>
            <p14:xfrm>
              <a:off x="1504800" y="977760"/>
              <a:ext cx="3251880" cy="4547160"/>
            </p14:xfrm>
          </p:contentPart>
        </mc:Choice>
        <mc:Fallback xmlns="">
          <p:pic>
            <p:nvPicPr>
              <p:cNvPr id="3" name="Ink 2">
                <a:extLst>
                  <a:ext uri="{FF2B5EF4-FFF2-40B4-BE49-F238E27FC236}">
                    <a16:creationId xmlns:a16="http://schemas.microsoft.com/office/drawing/2014/main" id="{FAB809D9-EC15-C38A-F72F-EF1DE19B8F7D}"/>
                  </a:ext>
                </a:extLst>
              </p:cNvPr>
              <p:cNvPicPr/>
              <p:nvPr/>
            </p:nvPicPr>
            <p:blipFill>
              <a:blip r:embed="rId5"/>
              <a:stretch>
                <a:fillRect/>
              </a:stretch>
            </p:blipFill>
            <p:spPr>
              <a:xfrm>
                <a:off x="1495440" y="968400"/>
                <a:ext cx="3270600" cy="4565880"/>
              </a:xfrm>
              <a:prstGeom prst="rect">
                <a:avLst/>
              </a:prstGeom>
            </p:spPr>
          </p:pic>
        </mc:Fallback>
      </mc:AlternateContent>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72</a:t>
            </a:fld>
            <a:endParaRPr lang="en-US" dirty="0"/>
          </a:p>
        </p:txBody>
      </p:sp>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C9FCD731-31DF-43F8-9C7B-B426588636A9}"/>
                  </a:ext>
                </a:extLst>
              </p14:cNvPr>
              <p14:cNvContentPartPr/>
              <p14:nvPr/>
            </p14:nvContentPartPr>
            <p14:xfrm>
              <a:off x="7219800" y="1397160"/>
              <a:ext cx="3721680" cy="4902480"/>
            </p14:xfrm>
          </p:contentPart>
        </mc:Choice>
        <mc:Fallback xmlns="">
          <p:pic>
            <p:nvPicPr>
              <p:cNvPr id="3" name="Ink 2">
                <a:extLst>
                  <a:ext uri="{FF2B5EF4-FFF2-40B4-BE49-F238E27FC236}">
                    <a16:creationId xmlns:a16="http://schemas.microsoft.com/office/drawing/2014/main" id="{C9FCD731-31DF-43F8-9C7B-B426588636A9}"/>
                  </a:ext>
                </a:extLst>
              </p:cNvPr>
              <p:cNvPicPr/>
              <p:nvPr/>
            </p:nvPicPr>
            <p:blipFill>
              <a:blip r:embed="rId6"/>
              <a:stretch>
                <a:fillRect/>
              </a:stretch>
            </p:blipFill>
            <p:spPr>
              <a:xfrm>
                <a:off x="7210440" y="1387800"/>
                <a:ext cx="3740400" cy="4921200"/>
              </a:xfrm>
              <a:prstGeom prst="rect">
                <a:avLst/>
              </a:prstGeom>
            </p:spPr>
          </p:pic>
        </mc:Fallback>
      </mc:AlternateContent>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73</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75</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req_conn</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an’</a:t>
            </a:r>
            <a:r>
              <a:rPr kumimoji="0" lang="en-US" altLang="ja-JP"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t</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req_conn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init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acking</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lient</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erver</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addr</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serverSocket.accept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serverName,serverPort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86</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err="1">
                <a:ln>
                  <a:noFill/>
                </a:ln>
                <a:solidFill>
                  <a:srgbClr val="000000"/>
                </a:solidFill>
                <a:effectLst/>
                <a:uLnTx/>
                <a:uFillTx/>
                <a:latin typeface="Symbol" charset="0"/>
                <a:ea typeface="ＭＳ Ｐゴシック" charset="0"/>
                <a:cs typeface="+mn-cs"/>
              </a:rPr>
              <a:t>l</a:t>
            </a:r>
            <a:r>
              <a:rPr kumimoji="0" lang="en-US" sz="1800" b="0" i="0" u="none" strike="noStrike" kern="1200" cap="none" spc="0" normalizeH="0" baseline="-25000" noProof="0" dirty="0" err="1">
                <a:ln>
                  <a:noFill/>
                </a:ln>
                <a:solidFill>
                  <a:srgbClr val="000000"/>
                </a:solidFill>
                <a:effectLst/>
                <a:uLnTx/>
                <a:uFillTx/>
                <a:latin typeface="Gill Sans MT" charset="0"/>
                <a:ea typeface="ＭＳ Ｐゴシック" charset="0"/>
                <a:cs typeface="+mn-cs"/>
              </a:rPr>
              <a:t>in</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err="1">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err="1">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a:t>
            </a:r>
            <a:r>
              <a:rPr kumimoji="0" lang="en-US" sz="2400" b="0" i="0" u="none" strike="noStrike" kern="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nput</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23182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24965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57100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
        <p:nvSpPr>
          <p:cNvPr id="12" name="TextBox 11">
            <a:extLst>
              <a:ext uri="{FF2B5EF4-FFF2-40B4-BE49-F238E27FC236}">
                <a16:creationId xmlns:a16="http://schemas.microsoft.com/office/drawing/2014/main" id="{3506339B-EBA1-7865-EB78-C7E2EE14EC2E}"/>
              </a:ext>
            </a:extLst>
          </p:cNvPr>
          <p:cNvSpPr txBox="1"/>
          <p:nvPr/>
        </p:nvSpPr>
        <p:spPr>
          <a:xfrm>
            <a:off x="228600" y="6286500"/>
            <a:ext cx="184731" cy="369332"/>
          </a:xfrm>
          <a:prstGeom prst="rect">
            <a:avLst/>
          </a:prstGeom>
          <a:noFill/>
        </p:spPr>
        <p:txBody>
          <a:bodyPr wrap="none" rtlCol="0">
            <a:spAutoFit/>
          </a:bodyPr>
          <a:lstStyle/>
          <a:p>
            <a:endParaRPr lang="en-SA" dirty="0"/>
          </a:p>
        </p:txBody>
      </p:sp>
      <p:sp>
        <p:nvSpPr>
          <p:cNvPr id="13" name="Rectangle 2">
            <a:extLst>
              <a:ext uri="{FF2B5EF4-FFF2-40B4-BE49-F238E27FC236}">
                <a16:creationId xmlns:a16="http://schemas.microsoft.com/office/drawing/2014/main" id="{6ADE70B7-5244-B78A-C82D-ECEE1BFAC47A}"/>
              </a:ext>
            </a:extLst>
          </p:cNvPr>
          <p:cNvSpPr txBox="1">
            <a:spLocks noChangeArrowheads="1"/>
          </p:cNvSpPr>
          <p:nvPr/>
        </p:nvSpPr>
        <p:spPr>
          <a:xfrm>
            <a:off x="-123638" y="1203014"/>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88ACC873-4433-42EB-3615-75C2A12D6EF8}"/>
              </a:ext>
            </a:extLst>
          </p:cNvPr>
          <p:cNvGrpSpPr/>
          <p:nvPr/>
        </p:nvGrpSpPr>
        <p:grpSpPr>
          <a:xfrm>
            <a:off x="-114929" y="1735146"/>
            <a:ext cx="9710831" cy="1905000"/>
            <a:chOff x="643673" y="1714605"/>
            <a:chExt cx="9710831" cy="1905000"/>
          </a:xfrm>
        </p:grpSpPr>
        <p:grpSp>
          <p:nvGrpSpPr>
            <p:cNvPr id="15" name="Group 237">
              <a:extLst>
                <a:ext uri="{FF2B5EF4-FFF2-40B4-BE49-F238E27FC236}">
                  <a16:creationId xmlns:a16="http://schemas.microsoft.com/office/drawing/2014/main" id="{53B2C3FE-CD58-1988-3509-8F3AD177D0AD}"/>
                </a:ext>
              </a:extLst>
            </p:cNvPr>
            <p:cNvGrpSpPr>
              <a:grpSpLocks/>
            </p:cNvGrpSpPr>
            <p:nvPr/>
          </p:nvGrpSpPr>
          <p:grpSpPr bwMode="auto">
            <a:xfrm>
              <a:off x="7750739" y="2720058"/>
              <a:ext cx="195221" cy="142875"/>
              <a:chOff x="174" y="3986"/>
              <a:chExt cx="51" cy="62"/>
            </a:xfrm>
          </p:grpSpPr>
          <p:sp>
            <p:nvSpPr>
              <p:cNvPr id="17" name="Freeform 238">
                <a:extLst>
                  <a:ext uri="{FF2B5EF4-FFF2-40B4-BE49-F238E27FC236}">
                    <a16:creationId xmlns:a16="http://schemas.microsoft.com/office/drawing/2014/main" id="{2B55915B-CED1-6A78-A132-E52F09A2ACC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Line 239">
                <a:extLst>
                  <a:ext uri="{FF2B5EF4-FFF2-40B4-BE49-F238E27FC236}">
                    <a16:creationId xmlns:a16="http://schemas.microsoft.com/office/drawing/2014/main" id="{02473870-85AE-3D20-8C7A-6713031545EE}"/>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6" name="Rectangle 2">
              <a:extLst>
                <a:ext uri="{FF2B5EF4-FFF2-40B4-BE49-F238E27FC236}">
                  <a16:creationId xmlns:a16="http://schemas.microsoft.com/office/drawing/2014/main" id="{4F8BBFBF-4226-D93E-7C80-E81E70A69938}"/>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3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3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3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3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3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3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3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300" b="0" i="0" u="none" strike="noStrike" kern="1200" cap="none" spc="0" normalizeH="0" baseline="-25000" noProof="0" dirty="0">
                  <a:ln>
                    <a:noFill/>
                  </a:ln>
                  <a:solidFill>
                    <a:prstClr val="black"/>
                  </a:solidFill>
                  <a:effectLst/>
                  <a:uLnTx/>
                  <a:uFillTx/>
                  <a:latin typeface="Arial" charset="0"/>
                  <a:ea typeface="+mn-ea"/>
                  <a:cs typeface="+mn-cs"/>
                </a:rPr>
                <a:t>ou</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b="0" i="0" u="none" strike="noStrike" kern="1200" cap="none" spc="0" normalizeH="0" baseline="0" noProof="0" dirty="0">
                  <a:ln>
                    <a:noFill/>
                  </a:ln>
                  <a:solidFill>
                    <a:prstClr val="black"/>
                  </a:solidFill>
                  <a:effectLst/>
                  <a:uLnTx/>
                  <a:uFillTx/>
                  <a:latin typeface="Symbol" charset="0"/>
                  <a:ea typeface="+mn-ea"/>
                  <a:cs typeface="+mn-cs"/>
                </a:rPr>
                <a:t> </a:t>
              </a:r>
              <a:r>
                <a:rPr kumimoji="0" lang="en-US"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b="0" i="0" u="none" strike="noStrike" kern="1200" cap="none" spc="0" normalizeH="0" baseline="0" noProof="0" dirty="0" err="1">
                  <a:ln>
                    <a:noFill/>
                  </a:ln>
                  <a:solidFill>
                    <a:prstClr val="black"/>
                  </a:solidFill>
                  <a:effectLst/>
                  <a:uLnTx/>
                  <a:uFillTx/>
                  <a:latin typeface="Calibri" panose="020F0502020204030204"/>
                  <a:ea typeface="+mn-ea"/>
                  <a:cs typeface="+mn-cs"/>
                </a:rPr>
                <a:t>’</a:t>
              </a:r>
              <a:r>
                <a:rPr kumimoji="0" lang="en-US"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b="0" i="0" u="none" strike="noStrike" kern="1200" cap="none" spc="0" normalizeH="0" baseline="0" noProof="0" dirty="0">
                  <a:ln>
                    <a:noFill/>
                  </a:ln>
                  <a:solidFill>
                    <a:prstClr val="black"/>
                  </a:solidFill>
                  <a:effectLst/>
                  <a:uLnTx/>
                  <a:uFillTx/>
                  <a:latin typeface="Arial" charset="0"/>
                  <a:ea typeface="+mn-ea"/>
                  <a:cs typeface="+mn-cs"/>
                </a:rPr>
                <a:t>   </a:t>
              </a:r>
              <a:r>
                <a:rPr kumimoji="0" lang="en-US"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b="0" i="0" u="none" strike="noStrike" kern="1200" cap="none" spc="0" normalizeH="0" baseline="-25000" noProof="0" dirty="0" err="1">
                  <a:ln>
                    <a:noFill/>
                  </a:ln>
                  <a:solidFill>
                    <a:prstClr val="black"/>
                  </a:solidFill>
                  <a:effectLst/>
                  <a:uLnTx/>
                  <a:uFillTx/>
                  <a:latin typeface="Arial" charset="0"/>
                  <a:ea typeface="+mn-ea"/>
                  <a:cs typeface="+mn-cs"/>
                </a:rPr>
                <a:t>in</a:t>
              </a:r>
              <a:endParaRPr kumimoji="0" lang="en-US"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dissolve">
                                      <p:cBhvr>
                                        <p:cTn id="7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94</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LastByteSent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cwnd</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Calibri" panose="020F0502020204030204"/>
                  <a:ea typeface="ＭＳ Ｐゴシック" charset="0"/>
                  <a:cs typeface="+mn-cs"/>
                </a:rPr>
                <a:t>ACKed</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endPar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endParaRP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a:t>
              </a:r>
              <a:r>
                <a:rPr kumimoji="0" lang="en-US" altLang="en-US" sz="1800" b="0" i="0" u="none" strike="noStrike" kern="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bu</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 not-yet </a:t>
              </a:r>
              <a:r>
                <a:rPr kumimoji="0" lang="en-US" altLang="en-US" sz="1800" b="0" i="0" u="none" strike="noStrike" kern="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ACKed</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MSS    (MSS/</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dupACKcount</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dupACKcount</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base+N</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nextseqnum,data,chksum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refuse_data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hasseqnum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expectedseqnum,ACK,chksum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expectedseqnum,ACK,chksum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endPar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t>
              </a: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acked</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a:t>
                </a: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 </a:t>
                </a: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a:t>
            </a: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y,ACKnum</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y,ACKnum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a:t>Transport Layer: 3-</a:t>
            </a:r>
            <a:fld id="{C4204591-24BD-A542-B9D5-F8D8A88D2FEE}" type="slidenum">
              <a:rPr lang="en-US" smtClean="0"/>
              <a:pPr/>
              <a:t>106</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throughput</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TCP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thruput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 function of window size,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slow start, assume there is always data to send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 window size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in bytes)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where loss occurs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window size (# in-flight bytes) is ¾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thruput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3/4W per RTT</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avg TCP </a:t>
              </a:r>
              <a:r>
                <a:rPr kumimoji="0" lang="en-US" sz="1800" b="0" i="0" u="none" strike="noStrike" kern="1200" cap="none" spc="0" normalizeH="0" baseline="0" noProof="0" dirty="0" err="1">
                  <a:ln>
                    <a:noFill/>
                  </a:ln>
                  <a:solidFill>
                    <a:prstClr val="black"/>
                  </a:solidFill>
                  <a:effectLst/>
                  <a:uLnTx/>
                  <a:uFillTx/>
                  <a:latin typeface="Tahoma" charset="0"/>
                  <a:ea typeface="ＭＳ Ｐゴシック" charset="0"/>
                  <a:cs typeface="+mn-cs"/>
                </a:rPr>
                <a:t>thruput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 =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bytes/sec</a:t>
                </a:r>
              </a:p>
            </p:txBody>
          </p:sp>
        </p:grpSp>
      </p:grpSp>
    </p:spTree>
    <p:extLst>
      <p:ext uri="{BB962C8B-B14F-4D97-AF65-F5344CB8AC3E}">
        <p14:creationId xmlns:p14="http://schemas.microsoft.com/office/powerpoint/2010/main" val="47363957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TCP over “</a:t>
            </a:r>
            <a:r>
              <a:rPr lang="en-US" altLang="ja-JP" sz="4800" dirty="0">
                <a:ea typeface="ＭＳ Ｐゴシック" panose="020B0600070205080204" pitchFamily="34" charset="-128"/>
              </a:rPr>
              <a:t>long, fat pipes”</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108</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example: 1500 byte segments, 100ms RTT, want 10 Gbps throughput</a:t>
            </a:r>
          </a:p>
          <a:p>
            <a:r>
              <a:rPr lang="en-US" altLang="en-US" dirty="0">
                <a:ea typeface="ＭＳ Ｐゴシック" panose="020B0600070205080204" pitchFamily="34" charset="-128"/>
              </a:rPr>
              <a:t>requires W = 83,333 in-flight segments</a:t>
            </a:r>
          </a:p>
          <a:p>
            <a:r>
              <a:rPr lang="en-US" altLang="en-US" dirty="0">
                <a:ea typeface="ＭＳ Ｐゴシック" panose="020B0600070205080204" pitchFamily="34" charset="-128"/>
              </a:rPr>
              <a:t>throughput in terms of segment loss probability, L </a:t>
            </a:r>
            <a:r>
              <a:rPr lang="en-US" altLang="en-US" sz="2000" dirty="0">
                <a:ea typeface="ＭＳ Ｐゴシック" panose="020B0600070205080204" pitchFamily="34" charset="-128"/>
              </a:rPr>
              <a:t>[Mathis 1997]:</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a:t>
            </a:r>
            <a:r>
              <a:rPr lang="en-US" altLang="en-US" sz="2800" dirty="0">
                <a:ea typeface="MS Mincho" panose="02020609040205080304" pitchFamily="49" charset="-128"/>
              </a:rPr>
              <a:t>to achieve 10 Gbps throughput, need a loss rate of </a:t>
            </a:r>
            <a:r>
              <a:rPr lang="en-US" altLang="en-US" sz="2800" dirty="0">
                <a:ea typeface="ＭＳ Ｐゴシック" panose="020B0600070205080204" pitchFamily="34" charset="-128"/>
              </a:rPr>
              <a:t>L = 2</a:t>
            </a:r>
            <a:r>
              <a:rPr lang="el-GR" altLang="en-US" sz="2800" dirty="0">
                <a:ea typeface="ＭＳ Ｐゴシック" panose="020B0600070205080204" pitchFamily="34" charset="-128"/>
              </a:rPr>
              <a:t>·</a:t>
            </a:r>
            <a:r>
              <a:rPr lang="en-US" altLang="en-US" sz="2800" dirty="0">
                <a:ea typeface="ＭＳ Ｐゴシック" panose="020B0600070205080204" pitchFamily="34" charset="-128"/>
              </a:rPr>
              <a:t>10</a:t>
            </a:r>
            <a:r>
              <a:rPr lang="en-US" altLang="en-US" sz="2800" baseline="30000" dirty="0">
                <a:ea typeface="ＭＳ Ｐゴシック" panose="020B0600070205080204" pitchFamily="34" charset="-128"/>
              </a:rPr>
              <a:t>-10  </a:t>
            </a:r>
            <a:r>
              <a:rPr lang="en-US" altLang="en-US" sz="2800" i="1" dirty="0">
                <a:solidFill>
                  <a:srgbClr val="FF0000"/>
                </a:solidFill>
                <a:ea typeface="ＭＳ Ｐゴシック" panose="020B0600070205080204" pitchFamily="34" charset="-128"/>
              </a:rPr>
              <a:t> </a:t>
            </a:r>
            <a:r>
              <a:rPr lang="en-US" altLang="en-US" sz="2800" i="1" dirty="0">
                <a:solidFill>
                  <a:srgbClr val="C00000"/>
                </a:solidFill>
                <a:ea typeface="ＭＳ Ｐゴシック" panose="020B0600070205080204" pitchFamily="34" charset="-128"/>
              </a:rPr>
              <a:t>– a very small loss rate!</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versions of TCP for long, high-speed scenarios</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throughput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15606</TotalTime>
  <Words>11882</Words>
  <Application>Microsoft Office PowerPoint</Application>
  <PresentationFormat>Widescreen</PresentationFormat>
  <Paragraphs>2499</Paragraphs>
  <Slides>108</Slides>
  <Notes>108</Notes>
  <HiddenSlides>0</HiddenSlides>
  <MMClips>0</MMClips>
  <ScaleCrop>false</ScaleCrop>
  <HeadingPairs>
    <vt:vector size="8" baseType="variant">
      <vt:variant>
        <vt:lpstr>Fonts Used</vt:lpstr>
      </vt:variant>
      <vt:variant>
        <vt:i4>15</vt:i4>
      </vt:variant>
      <vt:variant>
        <vt:lpstr>Theme</vt:lpstr>
      </vt:variant>
      <vt:variant>
        <vt:i4>1</vt:i4>
      </vt:variant>
      <vt:variant>
        <vt:lpstr>Embedded OLE Servers</vt:lpstr>
      </vt:variant>
      <vt:variant>
        <vt:i4>1</vt:i4>
      </vt:variant>
      <vt:variant>
        <vt:lpstr>Slide Titles</vt:lpstr>
      </vt:variant>
      <vt:variant>
        <vt:i4>108</vt:i4>
      </vt:variant>
    </vt:vector>
  </HeadingPairs>
  <TitlesOfParts>
    <vt:vector size="125" baseType="lpstr">
      <vt:lpstr>MS Mincho</vt:lpstr>
      <vt:lpstr>ＭＳ Ｐゴシック</vt:lpstr>
      <vt:lpstr>Arial</vt:lpstr>
      <vt:lpstr>Arial Narrow</vt:lpstr>
      <vt:lpstr>Calibri</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PowerPoint Presentation</vt:lpstr>
      <vt:lpstr>PowerPoint Presentation</vt:lpstr>
      <vt:lpstr>PowerPoint Presentation</vt:lpstr>
      <vt:lpstr>PowerPoint Presentation</vt:lpstr>
      <vt:lpstr>PowerPoint Presentation</vt:lpstr>
      <vt:lpstr>Multiplexing/demultiplexing</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UDP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How to recover from errors?</vt:lpstr>
      <vt:lpstr>How to recover from errors?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3</vt:lpstr>
      <vt:lpstr>Causes/costs of congestion: scenario 3</vt:lpstr>
      <vt:lpstr>Causes/costs of congestion: insights</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ناصر محمد عبدالله أحمد</cp:lastModifiedBy>
  <cp:revision>413</cp:revision>
  <dcterms:created xsi:type="dcterms:W3CDTF">2020-01-18T07:24:59Z</dcterms:created>
  <dcterms:modified xsi:type="dcterms:W3CDTF">2024-07-10T04:04:59Z</dcterms:modified>
</cp:coreProperties>
</file>